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Roboto Mono Light"/>
      <p:regular r:id="rId13"/>
      <p:bold r:id="rId14"/>
      <p:italic r:id="rId15"/>
      <p:boldItalic r:id="rId16"/>
    </p:embeddedFont>
    <p:embeddedFont>
      <p:font typeface="Open Sans Light"/>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Light-boldItalic.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font" Target="fonts/RobotoMonoLight-regular.fntdata"/><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Light-italic.fntdata"/><Relationship Id="rId14" Type="http://schemas.openxmlformats.org/officeDocument/2006/relationships/font" Target="fonts/RobotoMonoLight-bold.fntdata"/><Relationship Id="rId17" Type="http://schemas.openxmlformats.org/officeDocument/2006/relationships/font" Target="fonts/OpenSansLight-regular.fntdata"/><Relationship Id="rId16" Type="http://schemas.openxmlformats.org/officeDocument/2006/relationships/font" Target="fonts/RobotoMonoLight-boldItalic.fntdata"/><Relationship Id="rId5" Type="http://schemas.openxmlformats.org/officeDocument/2006/relationships/notesMaster" Target="notesMasters/notesMaster1.xml"/><Relationship Id="rId19" Type="http://schemas.openxmlformats.org/officeDocument/2006/relationships/font" Target="fonts/OpenSansLight-italic.fntdata"/><Relationship Id="rId6" Type="http://schemas.openxmlformats.org/officeDocument/2006/relationships/slide" Target="slides/slide1.xml"/><Relationship Id="rId18" Type="http://schemas.openxmlformats.org/officeDocument/2006/relationships/font" Target="fonts/OpenSansLigh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5b2e72063_0_23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05b2e72063_0_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3dd687b2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3dd687b2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3dd687b2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3dd687b2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b83874d58e7adb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b83874d58e7adb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3dd687b2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13dd687b2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13dd687b2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13dd687b2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3dd687b2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3dd687b2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Lesson Title ">
  <p:cSld name="TITLE_1">
    <p:bg>
      <p:bgPr>
        <a:solidFill>
          <a:schemeClr val="dk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3410" l="0" r="0" t="3420"/>
          <a:stretch/>
        </p:blipFill>
        <p:spPr>
          <a:xfrm>
            <a:off x="1239650" y="1254250"/>
            <a:ext cx="2877300" cy="546050"/>
          </a:xfrm>
          <a:prstGeom prst="rect">
            <a:avLst/>
          </a:prstGeom>
          <a:noFill/>
          <a:ln>
            <a:noFill/>
          </a:ln>
        </p:spPr>
      </p:pic>
      <p:pic>
        <p:nvPicPr>
          <p:cNvPr id="11" name="Google Shape;11;p2"/>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12" name="Google Shape;12;p2"/>
          <p:cNvSpPr txBox="1"/>
          <p:nvPr>
            <p:ph type="ctrTitle"/>
          </p:nvPr>
        </p:nvSpPr>
        <p:spPr>
          <a:xfrm>
            <a:off x="1225200" y="2813950"/>
            <a:ext cx="10070400" cy="24798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9000"/>
              <a:buFont typeface="Open Sans Light"/>
              <a:buNone/>
              <a:defRPr sz="9000">
                <a:solidFill>
                  <a:schemeClr val="lt1"/>
                </a:solidFill>
                <a:latin typeface="Open Sans Light"/>
                <a:ea typeface="Open Sans Light"/>
                <a:cs typeface="Open Sans Light"/>
                <a:sym typeface="Open Sans Light"/>
              </a:defRPr>
            </a:lvl1pPr>
            <a:lvl2pPr lvl="1"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2pPr>
            <a:lvl3pPr lvl="2"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3pPr>
            <a:lvl4pPr lvl="3"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4pPr>
            <a:lvl5pPr lvl="4"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5pPr>
            <a:lvl6pPr lvl="5"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6pPr>
            <a:lvl7pPr lvl="6"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7pPr>
            <a:lvl8pPr lvl="7"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8pPr>
            <a:lvl9pPr lvl="8" rtl="0">
              <a:spcBef>
                <a:spcPts val="0"/>
              </a:spcBef>
              <a:spcAft>
                <a:spcPts val="0"/>
              </a:spcAft>
              <a:buClr>
                <a:schemeClr val="lt1"/>
              </a:buClr>
              <a:buSzPts val="10000"/>
              <a:buFont typeface="Open Sans Light"/>
              <a:buNone/>
              <a:defRPr sz="10000">
                <a:solidFill>
                  <a:schemeClr val="lt1"/>
                </a:solidFill>
                <a:latin typeface="Open Sans Light"/>
                <a:ea typeface="Open Sans Light"/>
                <a:cs typeface="Open Sans Light"/>
                <a:sym typeface="Open Sans Light"/>
              </a:defRPr>
            </a:lvl9pPr>
          </a:lstStyle>
          <a:p/>
        </p:txBody>
      </p:sp>
      <p:sp>
        <p:nvSpPr>
          <p:cNvPr id="13" name="Google Shape;13;p2"/>
          <p:cNvSpPr txBox="1"/>
          <p:nvPr/>
        </p:nvSpPr>
        <p:spPr>
          <a:xfrm>
            <a:off x="1225200" y="5937550"/>
            <a:ext cx="10070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3600">
              <a:solidFill>
                <a:srgbClr val="FFFFFF"/>
              </a:solidFill>
              <a:latin typeface="Open Sans"/>
              <a:ea typeface="Open Sans"/>
              <a:cs typeface="Open Sans"/>
              <a:sym typeface="Open Sans"/>
            </a:endParaRPr>
          </a:p>
        </p:txBody>
      </p:sp>
      <p:sp>
        <p:nvSpPr>
          <p:cNvPr id="14" name="Google Shape;14;p2"/>
          <p:cNvSpPr txBox="1"/>
          <p:nvPr>
            <p:ph idx="1" type="subTitle"/>
          </p:nvPr>
        </p:nvSpPr>
        <p:spPr>
          <a:xfrm>
            <a:off x="1256200" y="5959675"/>
            <a:ext cx="10039800" cy="832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36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grpSp>
        <p:nvGrpSpPr>
          <p:cNvPr id="15" name="Google Shape;15;p2"/>
          <p:cNvGrpSpPr/>
          <p:nvPr/>
        </p:nvGrpSpPr>
        <p:grpSpPr>
          <a:xfrm>
            <a:off x="1232067" y="1034380"/>
            <a:ext cx="3497101" cy="986219"/>
            <a:chOff x="989538" y="1051025"/>
            <a:chExt cx="3377536" cy="952500"/>
          </a:xfrm>
        </p:grpSpPr>
        <p:pic>
          <p:nvPicPr>
            <p:cNvPr id="16" name="Google Shape;16;p2"/>
            <p:cNvPicPr preferRelativeResize="0"/>
            <p:nvPr/>
          </p:nvPicPr>
          <p:blipFill rotWithShape="1">
            <a:blip r:embed="rId2">
              <a:alphaModFix/>
            </a:blip>
            <a:srcRect b="-3410" l="0" r="0" t="3420"/>
            <a:stretch/>
          </p:blipFill>
          <p:spPr>
            <a:xfrm>
              <a:off x="1239650" y="1254250"/>
              <a:ext cx="2877300" cy="546050"/>
            </a:xfrm>
            <a:prstGeom prst="rect">
              <a:avLst/>
            </a:prstGeom>
            <a:noFill/>
            <a:ln>
              <a:noFill/>
            </a:ln>
          </p:spPr>
        </p:pic>
        <p:sp>
          <p:nvSpPr>
            <p:cNvPr id="17" name="Google Shape;17;p2"/>
            <p:cNvSpPr/>
            <p:nvPr/>
          </p:nvSpPr>
          <p:spPr>
            <a:xfrm>
              <a:off x="995600" y="1051025"/>
              <a:ext cx="3365400" cy="952500"/>
            </a:xfrm>
            <a:prstGeom prst="rect">
              <a:avLst/>
            </a:prstGeom>
            <a:solidFill>
              <a:srgbClr val="171A53"/>
            </a:solidFill>
            <a:ln cap="flat" cmpd="sng" w="9525">
              <a:solidFill>
                <a:srgbClr val="171A5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solidFill>
                  <a:srgbClr val="171A53"/>
                </a:solidFill>
                <a:latin typeface="Open Sans"/>
                <a:ea typeface="Open Sans"/>
                <a:cs typeface="Open Sans"/>
                <a:sym typeface="Open Sans"/>
              </a:endParaRPr>
            </a:p>
          </p:txBody>
        </p:sp>
        <p:pic>
          <p:nvPicPr>
            <p:cNvPr id="18" name="Google Shape;18;p2"/>
            <p:cNvPicPr preferRelativeResize="0"/>
            <p:nvPr/>
          </p:nvPicPr>
          <p:blipFill>
            <a:blip r:embed="rId4">
              <a:alphaModFix/>
            </a:blip>
            <a:stretch>
              <a:fillRect/>
            </a:stretch>
          </p:blipFill>
          <p:spPr>
            <a:xfrm>
              <a:off x="989538" y="1058076"/>
              <a:ext cx="3377536" cy="938400"/>
            </a:xfrm>
            <a:prstGeom prst="rect">
              <a:avLst/>
            </a:prstGeom>
            <a:noFill/>
            <a:ln>
              <a:noFill/>
            </a:ln>
          </p:spPr>
        </p:pic>
      </p:grpSp>
      <p:sp>
        <p:nvSpPr>
          <p:cNvPr id="19" name="Google Shape;19;p2"/>
          <p:cNvSpPr txBox="1"/>
          <p:nvPr/>
        </p:nvSpPr>
        <p:spPr>
          <a:xfrm>
            <a:off x="279350" y="9860050"/>
            <a:ext cx="7915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7D97AD"/>
                </a:solidFill>
                <a:latin typeface="Open Sans"/>
                <a:ea typeface="Open Sans"/>
                <a:cs typeface="Open Sans"/>
                <a:sym typeface="Open Sans"/>
              </a:rPr>
              <a:t>© 2024 Udacity. </a:t>
            </a:r>
            <a:endParaRPr sz="1000">
              <a:solidFill>
                <a:srgbClr val="0B0B0B"/>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Lesson Title (Designer or Producer Only)">
  <p:cSld name="SECTION_HEADER_1">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3"/>
          <p:cNvPicPr preferRelativeResize="0"/>
          <p:nvPr/>
        </p:nvPicPr>
        <p:blipFill>
          <a:blip r:embed="rId3">
            <a:alphaModFix/>
          </a:blip>
          <a:stretch>
            <a:fillRect/>
          </a:stretch>
        </p:blipFill>
        <p:spPr>
          <a:xfrm>
            <a:off x="-4" y="0"/>
            <a:ext cx="18288000" cy="10286989"/>
          </a:xfrm>
          <a:prstGeom prst="rect">
            <a:avLst/>
          </a:prstGeom>
          <a:noFill/>
          <a:ln>
            <a:noFill/>
          </a:ln>
        </p:spPr>
      </p:pic>
      <p:sp>
        <p:nvSpPr>
          <p:cNvPr id="22" name="Google Shape;22;p3"/>
          <p:cNvSpPr txBox="1"/>
          <p:nvPr>
            <p:ph type="title"/>
          </p:nvPr>
        </p:nvSpPr>
        <p:spPr>
          <a:xfrm>
            <a:off x="1225200" y="3735300"/>
            <a:ext cx="15837600" cy="281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7600"/>
              <a:buFont typeface="Open Sans Light"/>
              <a:buNone/>
              <a:defRPr sz="7600">
                <a:solidFill>
                  <a:schemeClr val="lt1"/>
                </a:solidFill>
                <a:latin typeface="Open Sans Light"/>
                <a:ea typeface="Open Sans Light"/>
                <a:cs typeface="Open Sans Light"/>
                <a:sym typeface="Open Sans Light"/>
              </a:defRPr>
            </a:lvl1pPr>
            <a:lvl2pPr lvl="1"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2pPr>
            <a:lvl3pPr lvl="2"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3pPr>
            <a:lvl4pPr lvl="3"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4pPr>
            <a:lvl5pPr lvl="4"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5pPr>
            <a:lvl6pPr lvl="5"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6pPr>
            <a:lvl7pPr lvl="6"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7pPr>
            <a:lvl8pPr lvl="7"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8pPr>
            <a:lvl9pPr lvl="8" rtl="0">
              <a:spcBef>
                <a:spcPts val="0"/>
              </a:spcBef>
              <a:spcAft>
                <a:spcPts val="0"/>
              </a:spcAft>
              <a:buClr>
                <a:schemeClr val="lt1"/>
              </a:buClr>
              <a:buSzPts val="7200"/>
              <a:buFont typeface="Open Sans Light"/>
              <a:buNone/>
              <a:defRPr sz="7200">
                <a:solidFill>
                  <a:schemeClr val="lt1"/>
                </a:solidFill>
                <a:latin typeface="Open Sans Light"/>
                <a:ea typeface="Open Sans Light"/>
                <a:cs typeface="Open Sans Light"/>
                <a:sym typeface="Open Sans Light"/>
              </a:defRPr>
            </a:lvl9pPr>
          </a:lstStyle>
          <a:p/>
        </p:txBody>
      </p:sp>
      <p:sp>
        <p:nvSpPr>
          <p:cNvPr id="23" name="Google Shape;23;p3"/>
          <p:cNvSpPr/>
          <p:nvPr/>
        </p:nvSpPr>
        <p:spPr>
          <a:xfrm>
            <a:off x="576900" y="9439925"/>
            <a:ext cx="2610600" cy="62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24" name="Google Shape;24;p3"/>
          <p:cNvPicPr preferRelativeResize="0"/>
          <p:nvPr/>
        </p:nvPicPr>
        <p:blipFill>
          <a:blip r:embed="rId4">
            <a:alphaModFix/>
          </a:blip>
          <a:stretch>
            <a:fillRect/>
          </a:stretch>
        </p:blipFill>
        <p:spPr>
          <a:xfrm>
            <a:off x="667760" y="9434283"/>
            <a:ext cx="2619805" cy="6201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Full Bullet">
  <p:cSld name="TITLE_AND_BODY_1_1">
    <p:spTree>
      <p:nvGrpSpPr>
        <p:cNvPr id="25" name="Shape 25"/>
        <p:cNvGrpSpPr/>
        <p:nvPr/>
      </p:nvGrpSpPr>
      <p:grpSpPr>
        <a:xfrm>
          <a:off x="0" y="0"/>
          <a:ext cx="0" cy="0"/>
          <a:chOff x="0" y="0"/>
          <a:chExt cx="0" cy="0"/>
        </a:xfrm>
      </p:grpSpPr>
      <p:sp>
        <p:nvSpPr>
          <p:cNvPr id="26" name="Google Shape;26;p4"/>
          <p:cNvSpPr/>
          <p:nvPr/>
        </p:nvSpPr>
        <p:spPr>
          <a:xfrm>
            <a:off x="-250" y="0"/>
            <a:ext cx="18288000" cy="9144000"/>
          </a:xfrm>
          <a:prstGeom prst="rect">
            <a:avLst/>
          </a:prstGeom>
          <a:solidFill>
            <a:srgbClr val="FFFFFF"/>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7" name="Google Shape;27;p4"/>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28" name="Google Shape;28;p4"/>
          <p:cNvSpPr txBox="1"/>
          <p:nvPr>
            <p:ph type="title"/>
          </p:nvPr>
        </p:nvSpPr>
        <p:spPr>
          <a:xfrm>
            <a:off x="685800" y="307965"/>
            <a:ext cx="16916400" cy="1509000"/>
          </a:xfrm>
          <a:prstGeom prst="rect">
            <a:avLst/>
          </a:prstGeom>
        </p:spPr>
        <p:txBody>
          <a:bodyPr anchorCtr="0" anchor="ctr" bIns="0" lIns="0" spcFirstLastPara="1" rIns="0" wrap="square" tIns="0">
            <a:noAutofit/>
          </a:bodyPr>
          <a:lstStyle>
            <a:lvl1pPr lvl="0" rtl="0">
              <a:spcBef>
                <a:spcPts val="0"/>
              </a:spcBef>
              <a:spcAft>
                <a:spcPts val="0"/>
              </a:spcAft>
              <a:buSzPts val="5600"/>
              <a:buFont typeface="Open Sans Light"/>
              <a:buNone/>
              <a:defRPr>
                <a:latin typeface="Open Sans Light"/>
                <a:ea typeface="Open Sans Light"/>
                <a:cs typeface="Open Sans Light"/>
                <a:sym typeface="Open Sans Light"/>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9" name="Google Shape;29;p4"/>
          <p:cNvSpPr txBox="1"/>
          <p:nvPr>
            <p:ph idx="1" type="body"/>
          </p:nvPr>
        </p:nvSpPr>
        <p:spPr>
          <a:xfrm>
            <a:off x="685825" y="1828800"/>
            <a:ext cx="16916400" cy="66294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30" name="Google Shape;30;p4"/>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31" name="Google Shape;31;p4"/>
          <p:cNvPicPr preferRelativeResize="0"/>
          <p:nvPr/>
        </p:nvPicPr>
        <p:blipFill>
          <a:blip r:embed="rId3">
            <a:alphaModFix/>
          </a:blip>
          <a:stretch>
            <a:fillRect/>
          </a:stretch>
        </p:blipFill>
        <p:spPr>
          <a:xfrm>
            <a:off x="667760" y="9434283"/>
            <a:ext cx="2619805" cy="620100"/>
          </a:xfrm>
          <a:prstGeom prst="rect">
            <a:avLst/>
          </a:prstGeom>
          <a:noFill/>
          <a:ln>
            <a:noFill/>
          </a:ln>
        </p:spPr>
      </p:pic>
    </p:spTree>
  </p:cSld>
  <p:clrMapOvr>
    <a:masterClrMapping/>
  </p:clrMapOvr>
  <p:extLst>
    <p:ext uri="{DCECCB84-F9BA-43D5-87BE-67443E8EF086}">
      <p15:sldGuideLst>
        <p15:guide id="1" pos="432">
          <p15:clr>
            <a:schemeClr val="accent1"/>
          </p15:clr>
        </p15:guide>
        <p15:guide id="2" pos="11088">
          <p15:clr>
            <a:schemeClr val="accent1"/>
          </p15:clr>
        </p15:guide>
        <p15:guide id="3" orient="horz" pos="432">
          <p15:clr>
            <a:schemeClr val="accent1"/>
          </p15:clr>
        </p15:guide>
        <p15:guide id="4" orient="horz" pos="5760">
          <p15:clr>
            <a:schemeClr val="accent1"/>
          </p15:clr>
        </p15:guide>
        <p15:guide id="5" orient="horz" pos="936">
          <p15:clr>
            <a:schemeClr val="accent1"/>
          </p15:clr>
        </p15:guide>
        <p15:guide id="6" orient="horz" pos="5328">
          <p15:clr>
            <a:schemeClr val="accent1"/>
          </p15:clr>
        </p15:guide>
        <p15:guide id="7" orient="horz" pos="1152">
          <p15:clr>
            <a:schemeClr val="accent1"/>
          </p15:clr>
        </p15:guide>
        <p15:guide id="8" pos="5760">
          <p15:clr>
            <a:srgbClr val="E46962"/>
          </p15:clr>
        </p15:guide>
        <p15:guide id="9" orient="horz" pos="3132">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g Full Graphic">
  <p:cSld name="TITLE_ONLY_1_1_1">
    <p:bg>
      <p:bgPr>
        <a:solidFill>
          <a:schemeClr val="lt1"/>
        </a:solidFill>
      </p:bgPr>
    </p:bg>
    <p:spTree>
      <p:nvGrpSpPr>
        <p:cNvPr id="32" name="Shape 32"/>
        <p:cNvGrpSpPr/>
        <p:nvPr/>
      </p:nvGrpSpPr>
      <p:grpSpPr>
        <a:xfrm>
          <a:off x="0" y="0"/>
          <a:ext cx="0" cy="0"/>
          <a:chOff x="0" y="0"/>
          <a:chExt cx="0" cy="0"/>
        </a:xfrm>
      </p:grpSpPr>
      <p:sp>
        <p:nvSpPr>
          <p:cNvPr id="33" name="Google Shape;33;p5"/>
          <p:cNvSpPr/>
          <p:nvPr/>
        </p:nvSpPr>
        <p:spPr>
          <a:xfrm>
            <a:off x="300" y="0"/>
            <a:ext cx="18288000" cy="11376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4" name="Google Shape;34;p5"/>
          <p:cNvSpPr txBox="1"/>
          <p:nvPr>
            <p:ph type="title"/>
          </p:nvPr>
        </p:nvSpPr>
        <p:spPr>
          <a:xfrm>
            <a:off x="685800" y="0"/>
            <a:ext cx="16916400" cy="1137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4800"/>
              <a:buFont typeface="Open Sans Light"/>
              <a:buNone/>
              <a:defRPr sz="4800">
                <a:solidFill>
                  <a:schemeClr val="lt1"/>
                </a:solidFill>
                <a:latin typeface="Open Sans Light"/>
                <a:ea typeface="Open Sans Light"/>
                <a:cs typeface="Open Sans Light"/>
                <a:sym typeface="Open Sans Light"/>
              </a:defRPr>
            </a:lvl1pPr>
            <a:lvl2pPr lvl="1" rtl="0">
              <a:spcBef>
                <a:spcPts val="0"/>
              </a:spcBef>
              <a:spcAft>
                <a:spcPts val="0"/>
              </a:spcAft>
              <a:buClr>
                <a:schemeClr val="lt1"/>
              </a:buClr>
              <a:buSzPts val="5600"/>
              <a:buNone/>
              <a:defRPr>
                <a:solidFill>
                  <a:schemeClr val="lt1"/>
                </a:solidFill>
              </a:defRPr>
            </a:lvl2pPr>
            <a:lvl3pPr lvl="2" rtl="0">
              <a:spcBef>
                <a:spcPts val="0"/>
              </a:spcBef>
              <a:spcAft>
                <a:spcPts val="0"/>
              </a:spcAft>
              <a:buClr>
                <a:schemeClr val="lt1"/>
              </a:buClr>
              <a:buSzPts val="5600"/>
              <a:buNone/>
              <a:defRPr>
                <a:solidFill>
                  <a:schemeClr val="lt1"/>
                </a:solidFill>
              </a:defRPr>
            </a:lvl3pPr>
            <a:lvl4pPr lvl="3" rtl="0">
              <a:spcBef>
                <a:spcPts val="0"/>
              </a:spcBef>
              <a:spcAft>
                <a:spcPts val="0"/>
              </a:spcAft>
              <a:buClr>
                <a:schemeClr val="lt1"/>
              </a:buClr>
              <a:buSzPts val="5600"/>
              <a:buNone/>
              <a:defRPr>
                <a:solidFill>
                  <a:schemeClr val="lt1"/>
                </a:solidFill>
              </a:defRPr>
            </a:lvl4pPr>
            <a:lvl5pPr lvl="4" rtl="0">
              <a:spcBef>
                <a:spcPts val="0"/>
              </a:spcBef>
              <a:spcAft>
                <a:spcPts val="0"/>
              </a:spcAft>
              <a:buClr>
                <a:schemeClr val="lt1"/>
              </a:buClr>
              <a:buSzPts val="5600"/>
              <a:buNone/>
              <a:defRPr>
                <a:solidFill>
                  <a:schemeClr val="lt1"/>
                </a:solidFill>
              </a:defRPr>
            </a:lvl5pPr>
            <a:lvl6pPr lvl="5" rtl="0">
              <a:spcBef>
                <a:spcPts val="0"/>
              </a:spcBef>
              <a:spcAft>
                <a:spcPts val="0"/>
              </a:spcAft>
              <a:buClr>
                <a:schemeClr val="lt1"/>
              </a:buClr>
              <a:buSzPts val="5600"/>
              <a:buNone/>
              <a:defRPr>
                <a:solidFill>
                  <a:schemeClr val="lt1"/>
                </a:solidFill>
              </a:defRPr>
            </a:lvl6pPr>
            <a:lvl7pPr lvl="6" rtl="0">
              <a:spcBef>
                <a:spcPts val="0"/>
              </a:spcBef>
              <a:spcAft>
                <a:spcPts val="0"/>
              </a:spcAft>
              <a:buClr>
                <a:schemeClr val="lt1"/>
              </a:buClr>
              <a:buSzPts val="5600"/>
              <a:buNone/>
              <a:defRPr>
                <a:solidFill>
                  <a:schemeClr val="lt1"/>
                </a:solidFill>
              </a:defRPr>
            </a:lvl7pPr>
            <a:lvl8pPr lvl="7" rtl="0">
              <a:spcBef>
                <a:spcPts val="0"/>
              </a:spcBef>
              <a:spcAft>
                <a:spcPts val="0"/>
              </a:spcAft>
              <a:buClr>
                <a:schemeClr val="lt1"/>
              </a:buClr>
              <a:buSzPts val="5600"/>
              <a:buNone/>
              <a:defRPr>
                <a:solidFill>
                  <a:schemeClr val="lt1"/>
                </a:solidFill>
              </a:defRPr>
            </a:lvl8pPr>
            <a:lvl9pPr lvl="8" rtl="0">
              <a:spcBef>
                <a:spcPts val="0"/>
              </a:spcBef>
              <a:spcAft>
                <a:spcPts val="0"/>
              </a:spcAft>
              <a:buClr>
                <a:schemeClr val="lt1"/>
              </a:buClr>
              <a:buSzPts val="5600"/>
              <a:buNone/>
              <a:defRPr>
                <a:solidFill>
                  <a:schemeClr val="lt1"/>
                </a:solidFill>
              </a:defRPr>
            </a:lvl9pPr>
          </a:lstStyle>
          <a:p/>
        </p:txBody>
      </p:sp>
      <p:pic>
        <p:nvPicPr>
          <p:cNvPr id="35" name="Google Shape;35;p5"/>
          <p:cNvPicPr preferRelativeResize="0"/>
          <p:nvPr/>
        </p:nvPicPr>
        <p:blipFill>
          <a:blip r:embed="rId2">
            <a:alphaModFix/>
          </a:blip>
          <a:stretch>
            <a:fillRect/>
          </a:stretch>
        </p:blipFill>
        <p:spPr>
          <a:xfrm>
            <a:off x="667750" y="9434275"/>
            <a:ext cx="2619803" cy="620100"/>
          </a:xfrm>
          <a:prstGeom prst="rect">
            <a:avLst/>
          </a:prstGeom>
          <a:noFill/>
          <a:ln>
            <a:noFill/>
          </a:ln>
        </p:spPr>
      </p:pic>
    </p:spTree>
  </p:cSld>
  <p:clrMapOvr>
    <a:masterClrMapping/>
  </p:clrMapOvr>
  <p:extLst>
    <p:ext uri="{DCECCB84-F9BA-43D5-87BE-67443E8EF086}">
      <p15:sldGuideLst>
        <p15:guide id="1" pos="432">
          <p15:clr>
            <a:schemeClr val="accent1"/>
          </p15:clr>
        </p15:guide>
        <p15:guide id="2" pos="11088">
          <p15:clr>
            <a:schemeClr val="accent1"/>
          </p15:clr>
        </p15:guide>
        <p15:guide id="3" orient="horz" pos="5760">
          <p15:clr>
            <a:schemeClr val="accent1"/>
          </p15:clr>
        </p15:guide>
        <p15:guide id="4" orient="horz" pos="717">
          <p15:clr>
            <a:schemeClr val="accent1"/>
          </p15:clr>
        </p15:guide>
        <p15:guide id="5" pos="5760">
          <p15:clr>
            <a:srgbClr val="E46962"/>
          </p15:clr>
        </p15:guide>
        <p15:guide id="6" orient="horz" pos="324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Third Card">
  <p:cSld name="TITLE_AND_BODY_1_1_1_3">
    <p:spTree>
      <p:nvGrpSpPr>
        <p:cNvPr id="36" name="Shape 36"/>
        <p:cNvGrpSpPr/>
        <p:nvPr/>
      </p:nvGrpSpPr>
      <p:grpSpPr>
        <a:xfrm>
          <a:off x="0" y="0"/>
          <a:ext cx="0" cy="0"/>
          <a:chOff x="0" y="0"/>
          <a:chExt cx="0" cy="0"/>
        </a:xfrm>
      </p:grpSpPr>
      <p:pic>
        <p:nvPicPr>
          <p:cNvPr id="37" name="Google Shape;37;p6"/>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38" name="Google Shape;38;p6"/>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39" name="Google Shape;39;p6"/>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40" name="Google Shape;40;p6"/>
          <p:cNvSpPr/>
          <p:nvPr/>
        </p:nvSpPr>
        <p:spPr>
          <a:xfrm>
            <a:off x="-250" y="0"/>
            <a:ext cx="18288000" cy="9144000"/>
          </a:xfrm>
          <a:prstGeom prst="rect">
            <a:avLst/>
          </a:prstGeom>
          <a:solidFill>
            <a:srgbClr val="FFFFFF"/>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1" name="Google Shape;41;p6"/>
          <p:cNvSpPr/>
          <p:nvPr/>
        </p:nvSpPr>
        <p:spPr>
          <a:xfrm>
            <a:off x="11623800" y="684300"/>
            <a:ext cx="5978400" cy="7774200"/>
          </a:xfrm>
          <a:prstGeom prst="round1Rect">
            <a:avLst>
              <a:gd fmla="val 28421"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42" name="Google Shape;42;p6"/>
          <p:cNvSpPr txBox="1"/>
          <p:nvPr/>
        </p:nvSpPr>
        <p:spPr>
          <a:xfrm>
            <a:off x="12058350" y="1523388"/>
            <a:ext cx="3915000" cy="366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0"/>
              </a:spcAft>
              <a:buNone/>
            </a:pPr>
            <a:r>
              <a:t/>
            </a:r>
            <a:endParaRPr b="1" sz="2600">
              <a:solidFill>
                <a:srgbClr val="0B0B0B"/>
              </a:solidFill>
              <a:latin typeface="Open Sans"/>
              <a:ea typeface="Open Sans"/>
              <a:cs typeface="Open Sans"/>
              <a:sym typeface="Open Sans"/>
            </a:endParaRPr>
          </a:p>
        </p:txBody>
      </p:sp>
      <p:sp>
        <p:nvSpPr>
          <p:cNvPr id="43" name="Google Shape;43;p6"/>
          <p:cNvSpPr txBox="1"/>
          <p:nvPr>
            <p:ph idx="1" type="body"/>
          </p:nvPr>
        </p:nvSpPr>
        <p:spPr>
          <a:xfrm>
            <a:off x="12058350" y="2629500"/>
            <a:ext cx="5109600" cy="53940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44" name="Google Shape;44;p6"/>
          <p:cNvSpPr txBox="1"/>
          <p:nvPr>
            <p:ph idx="2" type="subTitle"/>
          </p:nvPr>
        </p:nvSpPr>
        <p:spPr>
          <a:xfrm>
            <a:off x="12058350" y="1120500"/>
            <a:ext cx="4868400" cy="671400"/>
          </a:xfrm>
          <a:prstGeom prst="rect">
            <a:avLst/>
          </a:prstGeom>
        </p:spPr>
        <p:txBody>
          <a:bodyPr anchorCtr="0" anchor="t" bIns="0" lIns="0" spcFirstLastPara="1" rIns="0" wrap="square" tIns="0">
            <a:noAutofit/>
          </a:bodyPr>
          <a:lstStyle>
            <a:lvl1pPr lvl="0" rtl="0">
              <a:spcBef>
                <a:spcPts val="0"/>
              </a:spcBef>
              <a:spcAft>
                <a:spcPts val="0"/>
              </a:spcAft>
              <a:buSzPts val="3600"/>
              <a:buNone/>
              <a:defRPr b="1"/>
            </a:lvl1pPr>
            <a:lvl2pPr lvl="1" rtl="0">
              <a:spcBef>
                <a:spcPts val="0"/>
              </a:spcBef>
              <a:spcAft>
                <a:spcPts val="0"/>
              </a:spcAft>
              <a:buSzPts val="3600"/>
              <a:buNone/>
              <a:defRPr b="1" sz="3600"/>
            </a:lvl2pPr>
            <a:lvl3pPr lvl="2" rtl="0">
              <a:spcBef>
                <a:spcPts val="0"/>
              </a:spcBef>
              <a:spcAft>
                <a:spcPts val="0"/>
              </a:spcAft>
              <a:buSzPts val="3600"/>
              <a:buNone/>
              <a:defRPr b="1" sz="3600"/>
            </a:lvl3pPr>
            <a:lvl4pPr lvl="3" rtl="0">
              <a:spcBef>
                <a:spcPts val="0"/>
              </a:spcBef>
              <a:spcAft>
                <a:spcPts val="0"/>
              </a:spcAft>
              <a:buSzPts val="3600"/>
              <a:buNone/>
              <a:defRPr b="1" sz="3600"/>
            </a:lvl4pPr>
            <a:lvl5pPr lvl="4" rtl="0">
              <a:spcBef>
                <a:spcPts val="0"/>
              </a:spcBef>
              <a:spcAft>
                <a:spcPts val="0"/>
              </a:spcAft>
              <a:buSzPts val="3600"/>
              <a:buNone/>
              <a:defRPr b="1" sz="3600"/>
            </a:lvl5pPr>
            <a:lvl6pPr lvl="5" rtl="0">
              <a:spcBef>
                <a:spcPts val="0"/>
              </a:spcBef>
              <a:spcAft>
                <a:spcPts val="0"/>
              </a:spcAft>
              <a:buSzPts val="3600"/>
              <a:buNone/>
              <a:defRPr b="1" sz="3600"/>
            </a:lvl6pPr>
            <a:lvl7pPr lvl="6" rtl="0">
              <a:spcBef>
                <a:spcPts val="0"/>
              </a:spcBef>
              <a:spcAft>
                <a:spcPts val="0"/>
              </a:spcAft>
              <a:buSzPts val="3600"/>
              <a:buNone/>
              <a:defRPr b="1" sz="3600"/>
            </a:lvl7pPr>
            <a:lvl8pPr lvl="7" rtl="0">
              <a:spcBef>
                <a:spcPts val="0"/>
              </a:spcBef>
              <a:spcAft>
                <a:spcPts val="0"/>
              </a:spcAft>
              <a:buSzPts val="3600"/>
              <a:buNone/>
              <a:defRPr b="1" sz="3600"/>
            </a:lvl8pPr>
            <a:lvl9pPr lvl="8" rtl="0">
              <a:spcBef>
                <a:spcPts val="0"/>
              </a:spcBef>
              <a:spcAft>
                <a:spcPts val="0"/>
              </a:spcAft>
              <a:buSzPts val="3600"/>
              <a:buNone/>
              <a:defRPr b="1" sz="3600"/>
            </a:lvl9pPr>
          </a:lstStyle>
          <a:p/>
        </p:txBody>
      </p:sp>
      <p:sp>
        <p:nvSpPr>
          <p:cNvPr id="45" name="Google Shape;45;p6"/>
          <p:cNvSpPr txBox="1"/>
          <p:nvPr>
            <p:ph type="title"/>
          </p:nvPr>
        </p:nvSpPr>
        <p:spPr>
          <a:xfrm>
            <a:off x="685800" y="307975"/>
            <a:ext cx="10252200" cy="1509000"/>
          </a:xfrm>
          <a:prstGeom prst="rect">
            <a:avLst/>
          </a:prstGeom>
        </p:spPr>
        <p:txBody>
          <a:bodyPr anchorCtr="0" anchor="ctr" bIns="0" lIns="0" spcFirstLastPara="1" rIns="0" wrap="square" tIns="0">
            <a:noAutofit/>
          </a:bodyPr>
          <a:lstStyle>
            <a:lvl1pPr lvl="0" rtl="0">
              <a:spcBef>
                <a:spcPts val="0"/>
              </a:spcBef>
              <a:spcAft>
                <a:spcPts val="0"/>
              </a:spcAft>
              <a:buSzPts val="5600"/>
              <a:buFont typeface="Open Sans Light"/>
              <a:buNone/>
              <a:defRPr>
                <a:latin typeface="Open Sans Light"/>
                <a:ea typeface="Open Sans Light"/>
                <a:cs typeface="Open Sans Light"/>
                <a:sym typeface="Open Sans Light"/>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46" name="Google Shape;46;p6"/>
          <p:cNvSpPr txBox="1"/>
          <p:nvPr>
            <p:ph idx="3" type="body"/>
          </p:nvPr>
        </p:nvSpPr>
        <p:spPr>
          <a:xfrm>
            <a:off x="685825" y="1828800"/>
            <a:ext cx="10252200" cy="66294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Tree>
  </p:cSld>
  <p:clrMapOvr>
    <a:masterClrMapping/>
  </p:clrMapOvr>
  <p:extLst>
    <p:ext uri="{DCECCB84-F9BA-43D5-87BE-67443E8EF086}">
      <p15:sldGuideLst>
        <p15:guide id="1" pos="432">
          <p15:clr>
            <a:schemeClr val="accent1"/>
          </p15:clr>
        </p15:guide>
        <p15:guide id="2" pos="11088">
          <p15:clr>
            <a:schemeClr val="accent1"/>
          </p15:clr>
        </p15:guide>
        <p15:guide id="3" orient="horz" pos="432">
          <p15:clr>
            <a:schemeClr val="accent1"/>
          </p15:clr>
        </p15:guide>
        <p15:guide id="4" orient="horz" pos="5760">
          <p15:clr>
            <a:schemeClr val="accent1"/>
          </p15:clr>
        </p15:guide>
        <p15:guide id="5" orient="horz" pos="5328">
          <p15:clr>
            <a:schemeClr val="accent1"/>
          </p15:clr>
        </p15:guide>
        <p15:guide id="6" pos="10814">
          <p15:clr>
            <a:schemeClr val="accent1"/>
          </p15:clr>
        </p15:guide>
        <p15:guide id="7" pos="7596">
          <p15:clr>
            <a:schemeClr val="accent1"/>
          </p15:clr>
        </p15:guide>
        <p15:guide id="8" orient="horz" pos="5054">
          <p15:clr>
            <a:schemeClr val="accent2"/>
          </p15:clr>
        </p15:guide>
        <p15:guide id="9" pos="6890">
          <p15:clr>
            <a:schemeClr val="accent1"/>
          </p15:clr>
        </p15:guide>
        <p15:guide id="10" pos="7322">
          <p15:clr>
            <a:schemeClr val="accent1"/>
          </p15:clr>
        </p15:guide>
        <p15:guide id="11" orient="horz" pos="1152">
          <p15:clr>
            <a:schemeClr val="accent2"/>
          </p15:clr>
        </p15:guide>
        <p15:guide id="12" orient="horz" pos="939">
          <p15:clr>
            <a:schemeClr val="accent1"/>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Half Card">
  <p:cSld name="TITLE_AND_BODY_1_1_1_2">
    <p:spTree>
      <p:nvGrpSpPr>
        <p:cNvPr id="47" name="Shape 47"/>
        <p:cNvGrpSpPr/>
        <p:nvPr/>
      </p:nvGrpSpPr>
      <p:grpSpPr>
        <a:xfrm>
          <a:off x="0" y="0"/>
          <a:ext cx="0" cy="0"/>
          <a:chOff x="0" y="0"/>
          <a:chExt cx="0" cy="0"/>
        </a:xfrm>
      </p:grpSpPr>
      <p:pic>
        <p:nvPicPr>
          <p:cNvPr id="48" name="Google Shape;48;p7"/>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49" name="Google Shape;49;p7"/>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50" name="Google Shape;50;p7"/>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51" name="Google Shape;51;p7"/>
          <p:cNvSpPr/>
          <p:nvPr/>
        </p:nvSpPr>
        <p:spPr>
          <a:xfrm>
            <a:off x="-250" y="0"/>
            <a:ext cx="18288000" cy="9144000"/>
          </a:xfrm>
          <a:prstGeom prst="rect">
            <a:avLst/>
          </a:prstGeom>
          <a:solidFill>
            <a:srgbClr val="FFFFFF"/>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2" name="Google Shape;52;p7"/>
          <p:cNvSpPr/>
          <p:nvPr/>
        </p:nvSpPr>
        <p:spPr>
          <a:xfrm>
            <a:off x="9829800" y="684300"/>
            <a:ext cx="7772400" cy="77742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53" name="Google Shape;53;p7"/>
          <p:cNvSpPr txBox="1"/>
          <p:nvPr>
            <p:ph idx="1" type="body"/>
          </p:nvPr>
        </p:nvSpPr>
        <p:spPr>
          <a:xfrm>
            <a:off x="10264500" y="2194800"/>
            <a:ext cx="6903000" cy="58290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54" name="Google Shape;54;p7"/>
          <p:cNvSpPr txBox="1"/>
          <p:nvPr>
            <p:ph idx="2" type="subTitle"/>
          </p:nvPr>
        </p:nvSpPr>
        <p:spPr>
          <a:xfrm>
            <a:off x="10264500" y="1120500"/>
            <a:ext cx="6662400" cy="671400"/>
          </a:xfrm>
          <a:prstGeom prst="rect">
            <a:avLst/>
          </a:prstGeom>
        </p:spPr>
        <p:txBody>
          <a:bodyPr anchorCtr="0" anchor="t" bIns="0" lIns="0" spcFirstLastPara="1" rIns="0" wrap="square" tIns="0">
            <a:noAutofit/>
          </a:bodyPr>
          <a:lstStyle>
            <a:lvl1pPr lvl="0" rtl="0">
              <a:spcBef>
                <a:spcPts val="0"/>
              </a:spcBef>
              <a:spcAft>
                <a:spcPts val="0"/>
              </a:spcAft>
              <a:buSzPts val="3600"/>
              <a:buNone/>
              <a:defRPr b="1"/>
            </a:lvl1pPr>
            <a:lvl2pPr lvl="1" rtl="0">
              <a:spcBef>
                <a:spcPts val="0"/>
              </a:spcBef>
              <a:spcAft>
                <a:spcPts val="0"/>
              </a:spcAft>
              <a:buSzPts val="3600"/>
              <a:buNone/>
              <a:defRPr b="1" sz="3600"/>
            </a:lvl2pPr>
            <a:lvl3pPr lvl="2" rtl="0">
              <a:spcBef>
                <a:spcPts val="0"/>
              </a:spcBef>
              <a:spcAft>
                <a:spcPts val="0"/>
              </a:spcAft>
              <a:buSzPts val="3600"/>
              <a:buNone/>
              <a:defRPr b="1" sz="3600"/>
            </a:lvl3pPr>
            <a:lvl4pPr lvl="3" rtl="0">
              <a:spcBef>
                <a:spcPts val="0"/>
              </a:spcBef>
              <a:spcAft>
                <a:spcPts val="0"/>
              </a:spcAft>
              <a:buSzPts val="3600"/>
              <a:buNone/>
              <a:defRPr b="1" sz="3600"/>
            </a:lvl4pPr>
            <a:lvl5pPr lvl="4" rtl="0">
              <a:spcBef>
                <a:spcPts val="0"/>
              </a:spcBef>
              <a:spcAft>
                <a:spcPts val="0"/>
              </a:spcAft>
              <a:buSzPts val="3600"/>
              <a:buNone/>
              <a:defRPr b="1" sz="3600"/>
            </a:lvl5pPr>
            <a:lvl6pPr lvl="5" rtl="0">
              <a:spcBef>
                <a:spcPts val="0"/>
              </a:spcBef>
              <a:spcAft>
                <a:spcPts val="0"/>
              </a:spcAft>
              <a:buSzPts val="3600"/>
              <a:buNone/>
              <a:defRPr b="1" sz="3600"/>
            </a:lvl6pPr>
            <a:lvl7pPr lvl="6" rtl="0">
              <a:spcBef>
                <a:spcPts val="0"/>
              </a:spcBef>
              <a:spcAft>
                <a:spcPts val="0"/>
              </a:spcAft>
              <a:buSzPts val="3600"/>
              <a:buNone/>
              <a:defRPr b="1" sz="3600"/>
            </a:lvl7pPr>
            <a:lvl8pPr lvl="7" rtl="0">
              <a:spcBef>
                <a:spcPts val="0"/>
              </a:spcBef>
              <a:spcAft>
                <a:spcPts val="0"/>
              </a:spcAft>
              <a:buSzPts val="3600"/>
              <a:buNone/>
              <a:defRPr b="1" sz="3600"/>
            </a:lvl8pPr>
            <a:lvl9pPr lvl="8" rtl="0">
              <a:spcBef>
                <a:spcPts val="0"/>
              </a:spcBef>
              <a:spcAft>
                <a:spcPts val="0"/>
              </a:spcAft>
              <a:buSzPts val="3600"/>
              <a:buNone/>
              <a:defRPr b="1" sz="3600"/>
            </a:lvl9pPr>
          </a:lstStyle>
          <a:p/>
        </p:txBody>
      </p:sp>
      <p:sp>
        <p:nvSpPr>
          <p:cNvPr id="55" name="Google Shape;55;p7"/>
          <p:cNvSpPr txBox="1"/>
          <p:nvPr>
            <p:ph type="title"/>
          </p:nvPr>
        </p:nvSpPr>
        <p:spPr>
          <a:xfrm>
            <a:off x="685800" y="307975"/>
            <a:ext cx="9579000" cy="1509000"/>
          </a:xfrm>
          <a:prstGeom prst="rect">
            <a:avLst/>
          </a:prstGeom>
        </p:spPr>
        <p:txBody>
          <a:bodyPr anchorCtr="0" anchor="ctr" bIns="0" lIns="0" spcFirstLastPara="1" rIns="0" wrap="square" tIns="0">
            <a:noAutofit/>
          </a:bodyPr>
          <a:lstStyle>
            <a:lvl1pPr lvl="0" rtl="0">
              <a:spcBef>
                <a:spcPts val="0"/>
              </a:spcBef>
              <a:spcAft>
                <a:spcPts val="0"/>
              </a:spcAft>
              <a:buSzPts val="5600"/>
              <a:buFont typeface="Open Sans Light"/>
              <a:buNone/>
              <a:defRPr>
                <a:latin typeface="Open Sans Light"/>
                <a:ea typeface="Open Sans Light"/>
                <a:cs typeface="Open Sans Light"/>
                <a:sym typeface="Open Sans Light"/>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56" name="Google Shape;56;p7"/>
          <p:cNvSpPr txBox="1"/>
          <p:nvPr>
            <p:ph idx="3" type="body"/>
          </p:nvPr>
        </p:nvSpPr>
        <p:spPr>
          <a:xfrm>
            <a:off x="685825" y="1828800"/>
            <a:ext cx="10252200" cy="66294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Tree>
  </p:cSld>
  <p:clrMapOvr>
    <a:masterClrMapping/>
  </p:clrMapOvr>
  <p:extLst>
    <p:ext uri="{DCECCB84-F9BA-43D5-87BE-67443E8EF086}">
      <p15:sldGuideLst>
        <p15:guide id="1" pos="432">
          <p15:clr>
            <a:schemeClr val="accent1"/>
          </p15:clr>
        </p15:guide>
        <p15:guide id="2" pos="11088">
          <p15:clr>
            <a:schemeClr val="accent1"/>
          </p15:clr>
        </p15:guide>
        <p15:guide id="3" orient="horz" pos="432">
          <p15:clr>
            <a:schemeClr val="accent1"/>
          </p15:clr>
        </p15:guide>
        <p15:guide id="4" orient="horz" pos="5328">
          <p15:clr>
            <a:schemeClr val="accent1"/>
          </p15:clr>
        </p15:guide>
        <p15:guide id="5" pos="10814">
          <p15:clr>
            <a:schemeClr val="accent1"/>
          </p15:clr>
        </p15:guide>
        <p15:guide id="6" pos="6466">
          <p15:clr>
            <a:schemeClr val="accent1"/>
          </p15:clr>
        </p15:guide>
        <p15:guide id="7" orient="horz" pos="5054">
          <p15:clr>
            <a:schemeClr val="accent2"/>
          </p15:clr>
        </p15:guide>
        <p15:guide id="8" pos="5760">
          <p15:clr>
            <a:schemeClr val="accent1"/>
          </p15:clr>
        </p15:guide>
        <p15:guide id="9" pos="6192">
          <p15:clr>
            <a:schemeClr val="accent1"/>
          </p15:clr>
        </p15:guide>
        <p15:guide id="10" orient="horz" pos="1152">
          <p15:clr>
            <a:schemeClr val="accent2"/>
          </p15:clr>
        </p15:guide>
        <p15:guide id="11" orient="horz" pos="939">
          <p15:clr>
            <a:schemeClr val="accent1"/>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e Dual Card">
  <p:cSld name="CUSTOM_11">
    <p:spTree>
      <p:nvGrpSpPr>
        <p:cNvPr id="57" name="Shape 57"/>
        <p:cNvGrpSpPr/>
        <p:nvPr/>
      </p:nvGrpSpPr>
      <p:grpSpPr>
        <a:xfrm>
          <a:off x="0" y="0"/>
          <a:ext cx="0" cy="0"/>
          <a:chOff x="0" y="0"/>
          <a:chExt cx="0" cy="0"/>
        </a:xfrm>
      </p:grpSpPr>
      <p:pic>
        <p:nvPicPr>
          <p:cNvPr id="58" name="Google Shape;58;p8"/>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59" name="Google Shape;59;p8"/>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60" name="Google Shape;60;p8"/>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61" name="Google Shape;61;p8"/>
          <p:cNvSpPr/>
          <p:nvPr/>
        </p:nvSpPr>
        <p:spPr>
          <a:xfrm>
            <a:off x="-250" y="0"/>
            <a:ext cx="18288000" cy="9144000"/>
          </a:xfrm>
          <a:prstGeom prst="rect">
            <a:avLst/>
          </a:prstGeom>
          <a:solidFill>
            <a:srgbClr val="FFFFFF"/>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2" name="Google Shape;62;p8"/>
          <p:cNvSpPr/>
          <p:nvPr/>
        </p:nvSpPr>
        <p:spPr>
          <a:xfrm>
            <a:off x="9487100" y="684300"/>
            <a:ext cx="8115000" cy="77742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3" name="Google Shape;63;p8"/>
          <p:cNvSpPr/>
          <p:nvPr/>
        </p:nvSpPr>
        <p:spPr>
          <a:xfrm flipH="1" rot="-5400000">
            <a:off x="846450" y="495600"/>
            <a:ext cx="7786200" cy="81378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64" name="Google Shape;64;p8"/>
          <p:cNvSpPr txBox="1"/>
          <p:nvPr>
            <p:ph idx="1" type="body"/>
          </p:nvPr>
        </p:nvSpPr>
        <p:spPr>
          <a:xfrm>
            <a:off x="1120500" y="1935300"/>
            <a:ext cx="7245600" cy="60882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65" name="Google Shape;65;p8"/>
          <p:cNvSpPr txBox="1"/>
          <p:nvPr>
            <p:ph idx="2" type="subTitle"/>
          </p:nvPr>
        </p:nvSpPr>
        <p:spPr>
          <a:xfrm>
            <a:off x="1120500" y="1007100"/>
            <a:ext cx="7245600" cy="669000"/>
          </a:xfrm>
          <a:prstGeom prst="rect">
            <a:avLst/>
          </a:prstGeom>
        </p:spPr>
        <p:txBody>
          <a:bodyPr anchorCtr="0" anchor="t" bIns="0" lIns="0" spcFirstLastPara="1" rIns="0" wrap="square" tIns="0">
            <a:noAutofit/>
          </a:bodyPr>
          <a:lstStyle>
            <a:lvl1pPr lvl="0" rtl="0">
              <a:spcBef>
                <a:spcPts val="0"/>
              </a:spcBef>
              <a:spcAft>
                <a:spcPts val="0"/>
              </a:spcAft>
              <a:buSzPts val="3600"/>
              <a:buNone/>
              <a:defRPr b="1"/>
            </a:lvl1pPr>
            <a:lvl2pPr lvl="1" rtl="0">
              <a:spcBef>
                <a:spcPts val="0"/>
              </a:spcBef>
              <a:spcAft>
                <a:spcPts val="0"/>
              </a:spcAft>
              <a:buSzPts val="3600"/>
              <a:buNone/>
              <a:defRPr b="1" sz="3600"/>
            </a:lvl2pPr>
            <a:lvl3pPr lvl="2" rtl="0">
              <a:spcBef>
                <a:spcPts val="0"/>
              </a:spcBef>
              <a:spcAft>
                <a:spcPts val="0"/>
              </a:spcAft>
              <a:buSzPts val="3600"/>
              <a:buNone/>
              <a:defRPr b="1" sz="3600"/>
            </a:lvl3pPr>
            <a:lvl4pPr lvl="3" rtl="0">
              <a:spcBef>
                <a:spcPts val="0"/>
              </a:spcBef>
              <a:spcAft>
                <a:spcPts val="0"/>
              </a:spcAft>
              <a:buSzPts val="3600"/>
              <a:buNone/>
              <a:defRPr b="1" sz="3600"/>
            </a:lvl4pPr>
            <a:lvl5pPr lvl="4" rtl="0">
              <a:spcBef>
                <a:spcPts val="0"/>
              </a:spcBef>
              <a:spcAft>
                <a:spcPts val="0"/>
              </a:spcAft>
              <a:buSzPts val="3600"/>
              <a:buNone/>
              <a:defRPr b="1" sz="3600"/>
            </a:lvl5pPr>
            <a:lvl6pPr lvl="5" rtl="0">
              <a:spcBef>
                <a:spcPts val="0"/>
              </a:spcBef>
              <a:spcAft>
                <a:spcPts val="0"/>
              </a:spcAft>
              <a:buSzPts val="3600"/>
              <a:buNone/>
              <a:defRPr b="1" sz="3600"/>
            </a:lvl6pPr>
            <a:lvl7pPr lvl="6" rtl="0">
              <a:spcBef>
                <a:spcPts val="0"/>
              </a:spcBef>
              <a:spcAft>
                <a:spcPts val="0"/>
              </a:spcAft>
              <a:buSzPts val="3600"/>
              <a:buNone/>
              <a:defRPr b="1" sz="3600"/>
            </a:lvl7pPr>
            <a:lvl8pPr lvl="7" rtl="0">
              <a:spcBef>
                <a:spcPts val="0"/>
              </a:spcBef>
              <a:spcAft>
                <a:spcPts val="0"/>
              </a:spcAft>
              <a:buSzPts val="3600"/>
              <a:buNone/>
              <a:defRPr b="1" sz="3600"/>
            </a:lvl8pPr>
            <a:lvl9pPr lvl="8" rtl="0">
              <a:spcBef>
                <a:spcPts val="0"/>
              </a:spcBef>
              <a:spcAft>
                <a:spcPts val="0"/>
              </a:spcAft>
              <a:buSzPts val="3600"/>
              <a:buNone/>
              <a:defRPr b="1" sz="3600"/>
            </a:lvl9pPr>
          </a:lstStyle>
          <a:p/>
        </p:txBody>
      </p:sp>
      <p:sp>
        <p:nvSpPr>
          <p:cNvPr id="66" name="Google Shape;66;p8"/>
          <p:cNvSpPr txBox="1"/>
          <p:nvPr>
            <p:ph idx="3" type="body"/>
          </p:nvPr>
        </p:nvSpPr>
        <p:spPr>
          <a:xfrm>
            <a:off x="9921800" y="1935300"/>
            <a:ext cx="7245600" cy="60882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67" name="Google Shape;67;p8"/>
          <p:cNvSpPr txBox="1"/>
          <p:nvPr>
            <p:ph idx="4" type="subTitle"/>
          </p:nvPr>
        </p:nvSpPr>
        <p:spPr>
          <a:xfrm>
            <a:off x="9921800" y="1007100"/>
            <a:ext cx="7245600" cy="669000"/>
          </a:xfrm>
          <a:prstGeom prst="rect">
            <a:avLst/>
          </a:prstGeom>
        </p:spPr>
        <p:txBody>
          <a:bodyPr anchorCtr="0" anchor="t" bIns="0" lIns="0" spcFirstLastPara="1" rIns="0" wrap="square" tIns="0">
            <a:noAutofit/>
          </a:bodyPr>
          <a:lstStyle>
            <a:lvl1pPr lvl="0" rtl="0">
              <a:spcBef>
                <a:spcPts val="0"/>
              </a:spcBef>
              <a:spcAft>
                <a:spcPts val="0"/>
              </a:spcAft>
              <a:buSzPts val="3600"/>
              <a:buNone/>
              <a:defRPr b="1"/>
            </a:lvl1pPr>
            <a:lvl2pPr lvl="1" rtl="0">
              <a:spcBef>
                <a:spcPts val="0"/>
              </a:spcBef>
              <a:spcAft>
                <a:spcPts val="0"/>
              </a:spcAft>
              <a:buSzPts val="3600"/>
              <a:buNone/>
              <a:defRPr b="1" sz="3600"/>
            </a:lvl2pPr>
            <a:lvl3pPr lvl="2" rtl="0">
              <a:spcBef>
                <a:spcPts val="0"/>
              </a:spcBef>
              <a:spcAft>
                <a:spcPts val="0"/>
              </a:spcAft>
              <a:buSzPts val="3600"/>
              <a:buNone/>
              <a:defRPr b="1" sz="3600"/>
            </a:lvl3pPr>
            <a:lvl4pPr lvl="3" rtl="0">
              <a:spcBef>
                <a:spcPts val="0"/>
              </a:spcBef>
              <a:spcAft>
                <a:spcPts val="0"/>
              </a:spcAft>
              <a:buSzPts val="3600"/>
              <a:buNone/>
              <a:defRPr b="1" sz="3600"/>
            </a:lvl4pPr>
            <a:lvl5pPr lvl="4" rtl="0">
              <a:spcBef>
                <a:spcPts val="0"/>
              </a:spcBef>
              <a:spcAft>
                <a:spcPts val="0"/>
              </a:spcAft>
              <a:buSzPts val="3600"/>
              <a:buNone/>
              <a:defRPr b="1" sz="3600"/>
            </a:lvl5pPr>
            <a:lvl6pPr lvl="5" rtl="0">
              <a:spcBef>
                <a:spcPts val="0"/>
              </a:spcBef>
              <a:spcAft>
                <a:spcPts val="0"/>
              </a:spcAft>
              <a:buSzPts val="3600"/>
              <a:buNone/>
              <a:defRPr b="1" sz="3600"/>
            </a:lvl6pPr>
            <a:lvl7pPr lvl="6" rtl="0">
              <a:spcBef>
                <a:spcPts val="0"/>
              </a:spcBef>
              <a:spcAft>
                <a:spcPts val="0"/>
              </a:spcAft>
              <a:buSzPts val="3600"/>
              <a:buNone/>
              <a:defRPr b="1" sz="3600"/>
            </a:lvl7pPr>
            <a:lvl8pPr lvl="7" rtl="0">
              <a:spcBef>
                <a:spcPts val="0"/>
              </a:spcBef>
              <a:spcAft>
                <a:spcPts val="0"/>
              </a:spcAft>
              <a:buSzPts val="3600"/>
              <a:buNone/>
              <a:defRPr b="1" sz="3600"/>
            </a:lvl8pPr>
            <a:lvl9pPr lvl="8" rtl="0">
              <a:spcBef>
                <a:spcPts val="0"/>
              </a:spcBef>
              <a:spcAft>
                <a:spcPts val="0"/>
              </a:spcAft>
              <a:buSzPts val="3600"/>
              <a:buNone/>
              <a:defRPr b="1" sz="3600"/>
            </a:lvl9pPr>
          </a:lstStyle>
          <a:p/>
        </p:txBody>
      </p:sp>
    </p:spTree>
  </p:cSld>
  <p:clrMapOvr>
    <a:masterClrMapping/>
  </p:clrMapOvr>
  <p:extLst>
    <p:ext uri="{DCECCB84-F9BA-43D5-87BE-67443E8EF086}">
      <p15:sldGuideLst>
        <p15:guide id="1" orient="horz" pos="2880">
          <p15:clr>
            <a:srgbClr val="FF0000"/>
          </p15:clr>
        </p15:guide>
        <p15:guide id="2" pos="5760">
          <p15:clr>
            <a:srgbClr val="FF0000"/>
          </p15:clr>
        </p15:guide>
        <p15:guide id="3" pos="423">
          <p15:clr>
            <a:schemeClr val="accent1"/>
          </p15:clr>
        </p15:guide>
        <p15:guide id="4" orient="horz" pos="423">
          <p15:clr>
            <a:schemeClr val="accent1"/>
          </p15:clr>
        </p15:guide>
        <p15:guide id="5" pos="5553">
          <p15:clr>
            <a:schemeClr val="accent1"/>
          </p15:clr>
        </p15:guide>
        <p15:guide id="6" pos="5976">
          <p15:clr>
            <a:schemeClr val="accent1"/>
          </p15:clr>
        </p15:guide>
        <p15:guide id="7" orient="horz" pos="5328">
          <p15:clr>
            <a:schemeClr val="accent1"/>
          </p15:clr>
        </p15:guide>
        <p15:guide id="8" pos="11088">
          <p15:clr>
            <a:schemeClr val="accent1"/>
          </p15:clr>
        </p15:guide>
        <p15:guide id="9" pos="706">
          <p15:clr>
            <a:schemeClr val="accent1"/>
          </p15:clr>
        </p15:guide>
        <p15:guide id="10" pos="5275">
          <p15:clr>
            <a:schemeClr val="accent1"/>
          </p15:clr>
        </p15:guide>
        <p15:guide id="11" pos="6250">
          <p15:clr>
            <a:schemeClr val="accent1"/>
          </p15:clr>
        </p15:guide>
        <p15:guide id="12" pos="10814">
          <p15:clr>
            <a:schemeClr val="accent1"/>
          </p15:clr>
        </p15:guide>
        <p15:guide id="13" orient="horz" pos="1219">
          <p15:clr>
            <a:schemeClr val="accent2"/>
          </p15:clr>
        </p15:guide>
        <p15:guide id="14" orient="horz" pos="5054">
          <p15:clr>
            <a:schemeClr val="accent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f Triple Card ">
  <p:cSld name="CUSTOM_11_1">
    <p:spTree>
      <p:nvGrpSpPr>
        <p:cNvPr id="68" name="Shape 68"/>
        <p:cNvGrpSpPr/>
        <p:nvPr/>
      </p:nvGrpSpPr>
      <p:grpSpPr>
        <a:xfrm>
          <a:off x="0" y="0"/>
          <a:ext cx="0" cy="0"/>
          <a:chOff x="0" y="0"/>
          <a:chExt cx="0" cy="0"/>
        </a:xfrm>
      </p:grpSpPr>
      <p:pic>
        <p:nvPicPr>
          <p:cNvPr id="69" name="Google Shape;69;p9"/>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70" name="Google Shape;70;p9"/>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71" name="Google Shape;71;p9"/>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72" name="Google Shape;72;p9"/>
          <p:cNvSpPr/>
          <p:nvPr/>
        </p:nvSpPr>
        <p:spPr>
          <a:xfrm>
            <a:off x="-250" y="0"/>
            <a:ext cx="18288000" cy="9144000"/>
          </a:xfrm>
          <a:prstGeom prst="rect">
            <a:avLst/>
          </a:prstGeom>
          <a:solidFill>
            <a:srgbClr val="FFFFFF"/>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3" name="Google Shape;73;p9"/>
          <p:cNvSpPr/>
          <p:nvPr/>
        </p:nvSpPr>
        <p:spPr>
          <a:xfrm>
            <a:off x="6547175" y="1935900"/>
            <a:ext cx="5193600" cy="65226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4" name="Google Shape;74;p9"/>
          <p:cNvSpPr/>
          <p:nvPr/>
        </p:nvSpPr>
        <p:spPr>
          <a:xfrm>
            <a:off x="685800" y="1935900"/>
            <a:ext cx="5193600" cy="65226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5" name="Google Shape;75;p9"/>
          <p:cNvSpPr/>
          <p:nvPr/>
        </p:nvSpPr>
        <p:spPr>
          <a:xfrm>
            <a:off x="12408550" y="1935900"/>
            <a:ext cx="5193600" cy="6522600"/>
          </a:xfrm>
          <a:prstGeom prst="round1Rect">
            <a:avLst>
              <a:gd fmla="val 22136" name="adj"/>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76" name="Google Shape;76;p9"/>
          <p:cNvSpPr txBox="1"/>
          <p:nvPr>
            <p:ph idx="1" type="body"/>
          </p:nvPr>
        </p:nvSpPr>
        <p:spPr>
          <a:xfrm>
            <a:off x="1120500" y="3278700"/>
            <a:ext cx="4324200" cy="44862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77" name="Google Shape;77;p9"/>
          <p:cNvSpPr txBox="1"/>
          <p:nvPr>
            <p:ph idx="2" type="subTitle"/>
          </p:nvPr>
        </p:nvSpPr>
        <p:spPr>
          <a:xfrm>
            <a:off x="1134750" y="2271600"/>
            <a:ext cx="4295400" cy="671400"/>
          </a:xfrm>
          <a:prstGeom prst="rect">
            <a:avLst/>
          </a:prstGeom>
        </p:spPr>
        <p:txBody>
          <a:bodyPr anchorCtr="0" anchor="t" bIns="0" lIns="0" spcFirstLastPara="1" rIns="0" wrap="square" tIns="0">
            <a:noAutofit/>
          </a:bodyPr>
          <a:lstStyle>
            <a:lvl1pPr lvl="0" rtl="0">
              <a:spcBef>
                <a:spcPts val="0"/>
              </a:spcBef>
              <a:spcAft>
                <a:spcPts val="0"/>
              </a:spcAft>
              <a:buSzPts val="2600"/>
              <a:buNone/>
              <a:defRPr b="1" sz="2600"/>
            </a:lvl1pPr>
            <a:lvl2pPr lvl="1" rtl="0">
              <a:spcBef>
                <a:spcPts val="0"/>
              </a:spcBef>
              <a:spcAft>
                <a:spcPts val="0"/>
              </a:spcAft>
              <a:buSzPts val="2600"/>
              <a:buNone/>
              <a:defRPr b="1" sz="2600"/>
            </a:lvl2pPr>
            <a:lvl3pPr lvl="2" rtl="0">
              <a:spcBef>
                <a:spcPts val="0"/>
              </a:spcBef>
              <a:spcAft>
                <a:spcPts val="0"/>
              </a:spcAft>
              <a:buSzPts val="2600"/>
              <a:buNone/>
              <a:defRPr b="1" sz="2600"/>
            </a:lvl3pPr>
            <a:lvl4pPr lvl="3" rtl="0">
              <a:spcBef>
                <a:spcPts val="0"/>
              </a:spcBef>
              <a:spcAft>
                <a:spcPts val="0"/>
              </a:spcAft>
              <a:buSzPts val="2600"/>
              <a:buNone/>
              <a:defRPr b="1" sz="2600"/>
            </a:lvl4pPr>
            <a:lvl5pPr lvl="4" rtl="0">
              <a:spcBef>
                <a:spcPts val="0"/>
              </a:spcBef>
              <a:spcAft>
                <a:spcPts val="0"/>
              </a:spcAft>
              <a:buSzPts val="2600"/>
              <a:buNone/>
              <a:defRPr b="1" sz="2600"/>
            </a:lvl5pPr>
            <a:lvl6pPr lvl="5" rtl="0">
              <a:spcBef>
                <a:spcPts val="0"/>
              </a:spcBef>
              <a:spcAft>
                <a:spcPts val="0"/>
              </a:spcAft>
              <a:buSzPts val="2600"/>
              <a:buNone/>
              <a:defRPr b="1" sz="2600"/>
            </a:lvl6pPr>
            <a:lvl7pPr lvl="6" rtl="0">
              <a:spcBef>
                <a:spcPts val="0"/>
              </a:spcBef>
              <a:spcAft>
                <a:spcPts val="0"/>
              </a:spcAft>
              <a:buSzPts val="2600"/>
              <a:buNone/>
              <a:defRPr b="1" sz="2600"/>
            </a:lvl7pPr>
            <a:lvl8pPr lvl="7" rtl="0">
              <a:spcBef>
                <a:spcPts val="0"/>
              </a:spcBef>
              <a:spcAft>
                <a:spcPts val="0"/>
              </a:spcAft>
              <a:buSzPts val="2600"/>
              <a:buNone/>
              <a:defRPr b="1" sz="2600"/>
            </a:lvl8pPr>
            <a:lvl9pPr lvl="8" rtl="0">
              <a:spcBef>
                <a:spcPts val="0"/>
              </a:spcBef>
              <a:spcAft>
                <a:spcPts val="0"/>
              </a:spcAft>
              <a:buSzPts val="2600"/>
              <a:buNone/>
              <a:defRPr b="1" sz="2600"/>
            </a:lvl9pPr>
          </a:lstStyle>
          <a:p/>
        </p:txBody>
      </p:sp>
      <p:sp>
        <p:nvSpPr>
          <p:cNvPr id="78" name="Google Shape;78;p9"/>
          <p:cNvSpPr txBox="1"/>
          <p:nvPr>
            <p:ph idx="3" type="body"/>
          </p:nvPr>
        </p:nvSpPr>
        <p:spPr>
          <a:xfrm>
            <a:off x="6981875" y="3278700"/>
            <a:ext cx="4324200" cy="44862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79" name="Google Shape;79;p9"/>
          <p:cNvSpPr txBox="1"/>
          <p:nvPr>
            <p:ph idx="4" type="subTitle"/>
          </p:nvPr>
        </p:nvSpPr>
        <p:spPr>
          <a:xfrm>
            <a:off x="6996125" y="2271600"/>
            <a:ext cx="4295400" cy="671400"/>
          </a:xfrm>
          <a:prstGeom prst="rect">
            <a:avLst/>
          </a:prstGeom>
        </p:spPr>
        <p:txBody>
          <a:bodyPr anchorCtr="0" anchor="t" bIns="0" lIns="0" spcFirstLastPara="1" rIns="0" wrap="square" tIns="0">
            <a:noAutofit/>
          </a:bodyPr>
          <a:lstStyle>
            <a:lvl1pPr lvl="0" rtl="0">
              <a:spcBef>
                <a:spcPts val="0"/>
              </a:spcBef>
              <a:spcAft>
                <a:spcPts val="0"/>
              </a:spcAft>
              <a:buSzPts val="2600"/>
              <a:buNone/>
              <a:defRPr b="1" sz="2600"/>
            </a:lvl1pPr>
            <a:lvl2pPr lvl="1" rtl="0">
              <a:spcBef>
                <a:spcPts val="0"/>
              </a:spcBef>
              <a:spcAft>
                <a:spcPts val="0"/>
              </a:spcAft>
              <a:buSzPts val="2600"/>
              <a:buNone/>
              <a:defRPr b="1" sz="2600"/>
            </a:lvl2pPr>
            <a:lvl3pPr lvl="2" rtl="0">
              <a:spcBef>
                <a:spcPts val="0"/>
              </a:spcBef>
              <a:spcAft>
                <a:spcPts val="0"/>
              </a:spcAft>
              <a:buSzPts val="2600"/>
              <a:buNone/>
              <a:defRPr b="1" sz="2600"/>
            </a:lvl3pPr>
            <a:lvl4pPr lvl="3" rtl="0">
              <a:spcBef>
                <a:spcPts val="0"/>
              </a:spcBef>
              <a:spcAft>
                <a:spcPts val="0"/>
              </a:spcAft>
              <a:buSzPts val="2600"/>
              <a:buNone/>
              <a:defRPr b="1" sz="2600"/>
            </a:lvl4pPr>
            <a:lvl5pPr lvl="4" rtl="0">
              <a:spcBef>
                <a:spcPts val="0"/>
              </a:spcBef>
              <a:spcAft>
                <a:spcPts val="0"/>
              </a:spcAft>
              <a:buSzPts val="2600"/>
              <a:buNone/>
              <a:defRPr b="1" sz="2600"/>
            </a:lvl5pPr>
            <a:lvl6pPr lvl="5" rtl="0">
              <a:spcBef>
                <a:spcPts val="0"/>
              </a:spcBef>
              <a:spcAft>
                <a:spcPts val="0"/>
              </a:spcAft>
              <a:buSzPts val="2600"/>
              <a:buNone/>
              <a:defRPr b="1" sz="2600"/>
            </a:lvl6pPr>
            <a:lvl7pPr lvl="6" rtl="0">
              <a:spcBef>
                <a:spcPts val="0"/>
              </a:spcBef>
              <a:spcAft>
                <a:spcPts val="0"/>
              </a:spcAft>
              <a:buSzPts val="2600"/>
              <a:buNone/>
              <a:defRPr b="1" sz="2600"/>
            </a:lvl7pPr>
            <a:lvl8pPr lvl="7" rtl="0">
              <a:spcBef>
                <a:spcPts val="0"/>
              </a:spcBef>
              <a:spcAft>
                <a:spcPts val="0"/>
              </a:spcAft>
              <a:buSzPts val="2600"/>
              <a:buNone/>
              <a:defRPr b="1" sz="2600"/>
            </a:lvl8pPr>
            <a:lvl9pPr lvl="8" rtl="0">
              <a:spcBef>
                <a:spcPts val="0"/>
              </a:spcBef>
              <a:spcAft>
                <a:spcPts val="0"/>
              </a:spcAft>
              <a:buSzPts val="2600"/>
              <a:buNone/>
              <a:defRPr b="1" sz="2600"/>
            </a:lvl9pPr>
          </a:lstStyle>
          <a:p/>
        </p:txBody>
      </p:sp>
      <p:sp>
        <p:nvSpPr>
          <p:cNvPr id="80" name="Google Shape;80;p9"/>
          <p:cNvSpPr txBox="1"/>
          <p:nvPr>
            <p:ph idx="5" type="body"/>
          </p:nvPr>
        </p:nvSpPr>
        <p:spPr>
          <a:xfrm>
            <a:off x="12843250" y="3278700"/>
            <a:ext cx="4324200" cy="4486200"/>
          </a:xfrm>
          <a:prstGeom prst="rect">
            <a:avLst/>
          </a:prstGeom>
        </p:spPr>
        <p:txBody>
          <a:bodyPr anchorCtr="0" anchor="t" bIns="0" lIns="0" spcFirstLastPara="1" rIns="0" wrap="square" tIns="0">
            <a:noAutofit/>
          </a:bodyPr>
          <a:lstStyle>
            <a:lvl1pPr indent="-457200" lvl="0" marL="457200" rtl="0">
              <a:spcBef>
                <a:spcPts val="0"/>
              </a:spcBef>
              <a:spcAft>
                <a:spcPts val="0"/>
              </a:spcAft>
              <a:buClr>
                <a:schemeClr val="accent1"/>
              </a:buClr>
              <a:buSzPts val="3600"/>
              <a:buChar char="●"/>
              <a:defRPr>
                <a:solidFill>
                  <a:schemeClr val="dk1"/>
                </a:solidFill>
              </a:defRPr>
            </a:lvl1pPr>
            <a:lvl2pPr indent="-419100" lvl="1" marL="914400" rtl="0">
              <a:spcBef>
                <a:spcPts val="2000"/>
              </a:spcBef>
              <a:spcAft>
                <a:spcPts val="0"/>
              </a:spcAft>
              <a:buClr>
                <a:schemeClr val="accent1"/>
              </a:buClr>
              <a:buSzPts val="3000"/>
              <a:buChar char="○"/>
              <a:defRPr>
                <a:solidFill>
                  <a:schemeClr val="dk1"/>
                </a:solidFill>
              </a:defRPr>
            </a:lvl2pPr>
            <a:lvl3pPr indent="-381000" lvl="2" marL="1371600" rtl="0">
              <a:spcBef>
                <a:spcPts val="2000"/>
              </a:spcBef>
              <a:spcAft>
                <a:spcPts val="0"/>
              </a:spcAft>
              <a:buClr>
                <a:schemeClr val="accent1"/>
              </a:buClr>
              <a:buSzPts val="2400"/>
              <a:buChar char="■"/>
              <a:defRPr>
                <a:solidFill>
                  <a:schemeClr val="dk1"/>
                </a:solidFill>
              </a:defRPr>
            </a:lvl3pPr>
            <a:lvl4pPr indent="-381000" lvl="3" marL="1828800" rtl="0">
              <a:spcBef>
                <a:spcPts val="2000"/>
              </a:spcBef>
              <a:spcAft>
                <a:spcPts val="0"/>
              </a:spcAft>
              <a:buClr>
                <a:schemeClr val="accent1"/>
              </a:buClr>
              <a:buSzPts val="2400"/>
              <a:buChar char="●"/>
              <a:defRPr>
                <a:solidFill>
                  <a:schemeClr val="dk1"/>
                </a:solidFill>
              </a:defRPr>
            </a:lvl4pPr>
            <a:lvl5pPr indent="-381000" lvl="4" marL="2286000" rtl="0">
              <a:spcBef>
                <a:spcPts val="2000"/>
              </a:spcBef>
              <a:spcAft>
                <a:spcPts val="0"/>
              </a:spcAft>
              <a:buClr>
                <a:schemeClr val="accent1"/>
              </a:buClr>
              <a:buSzPts val="2400"/>
              <a:buChar char="○"/>
              <a:defRPr>
                <a:solidFill>
                  <a:schemeClr val="dk1"/>
                </a:solidFill>
              </a:defRPr>
            </a:lvl5pPr>
            <a:lvl6pPr indent="-381000" lvl="5" marL="2743200" rtl="0">
              <a:spcBef>
                <a:spcPts val="2000"/>
              </a:spcBef>
              <a:spcAft>
                <a:spcPts val="0"/>
              </a:spcAft>
              <a:buClr>
                <a:schemeClr val="accent1"/>
              </a:buClr>
              <a:buSzPts val="2400"/>
              <a:buChar char="■"/>
              <a:defRPr>
                <a:solidFill>
                  <a:schemeClr val="dk1"/>
                </a:solidFill>
              </a:defRPr>
            </a:lvl6pPr>
            <a:lvl7pPr indent="-381000" lvl="6" marL="3200400" rtl="0">
              <a:spcBef>
                <a:spcPts val="2000"/>
              </a:spcBef>
              <a:spcAft>
                <a:spcPts val="0"/>
              </a:spcAft>
              <a:buClr>
                <a:schemeClr val="accent1"/>
              </a:buClr>
              <a:buSzPts val="2400"/>
              <a:buChar char="●"/>
              <a:defRPr>
                <a:solidFill>
                  <a:schemeClr val="dk1"/>
                </a:solidFill>
              </a:defRPr>
            </a:lvl7pPr>
            <a:lvl8pPr indent="-381000" lvl="7" marL="3657600" rtl="0">
              <a:spcBef>
                <a:spcPts val="2000"/>
              </a:spcBef>
              <a:spcAft>
                <a:spcPts val="0"/>
              </a:spcAft>
              <a:buClr>
                <a:schemeClr val="accent1"/>
              </a:buClr>
              <a:buSzPts val="2400"/>
              <a:buChar char="○"/>
              <a:defRPr>
                <a:solidFill>
                  <a:schemeClr val="dk1"/>
                </a:solidFill>
              </a:defRPr>
            </a:lvl8pPr>
            <a:lvl9pPr indent="-381000" lvl="8" marL="4114800" rtl="0">
              <a:spcBef>
                <a:spcPts val="2000"/>
              </a:spcBef>
              <a:spcAft>
                <a:spcPts val="2000"/>
              </a:spcAft>
              <a:buClr>
                <a:schemeClr val="accent1"/>
              </a:buClr>
              <a:buSzPts val="2400"/>
              <a:buChar char="■"/>
              <a:defRPr>
                <a:solidFill>
                  <a:schemeClr val="dk1"/>
                </a:solidFill>
              </a:defRPr>
            </a:lvl9pPr>
          </a:lstStyle>
          <a:p/>
        </p:txBody>
      </p:sp>
      <p:sp>
        <p:nvSpPr>
          <p:cNvPr id="81" name="Google Shape;81;p9"/>
          <p:cNvSpPr txBox="1"/>
          <p:nvPr>
            <p:ph idx="6" type="subTitle"/>
          </p:nvPr>
        </p:nvSpPr>
        <p:spPr>
          <a:xfrm>
            <a:off x="12857500" y="2271600"/>
            <a:ext cx="4295400" cy="671400"/>
          </a:xfrm>
          <a:prstGeom prst="rect">
            <a:avLst/>
          </a:prstGeom>
        </p:spPr>
        <p:txBody>
          <a:bodyPr anchorCtr="0" anchor="t" bIns="0" lIns="0" spcFirstLastPara="1" rIns="0" wrap="square" tIns="0">
            <a:noAutofit/>
          </a:bodyPr>
          <a:lstStyle>
            <a:lvl1pPr lvl="0" rtl="0">
              <a:spcBef>
                <a:spcPts val="0"/>
              </a:spcBef>
              <a:spcAft>
                <a:spcPts val="0"/>
              </a:spcAft>
              <a:buSzPts val="2600"/>
              <a:buNone/>
              <a:defRPr b="1" sz="2600"/>
            </a:lvl1pPr>
            <a:lvl2pPr lvl="1" rtl="0">
              <a:spcBef>
                <a:spcPts val="0"/>
              </a:spcBef>
              <a:spcAft>
                <a:spcPts val="0"/>
              </a:spcAft>
              <a:buSzPts val="2600"/>
              <a:buNone/>
              <a:defRPr b="1" sz="2600"/>
            </a:lvl2pPr>
            <a:lvl3pPr lvl="2" rtl="0">
              <a:spcBef>
                <a:spcPts val="0"/>
              </a:spcBef>
              <a:spcAft>
                <a:spcPts val="0"/>
              </a:spcAft>
              <a:buSzPts val="2600"/>
              <a:buNone/>
              <a:defRPr b="1" sz="2600"/>
            </a:lvl3pPr>
            <a:lvl4pPr lvl="3" rtl="0">
              <a:spcBef>
                <a:spcPts val="0"/>
              </a:spcBef>
              <a:spcAft>
                <a:spcPts val="0"/>
              </a:spcAft>
              <a:buSzPts val="2600"/>
              <a:buNone/>
              <a:defRPr b="1" sz="2600"/>
            </a:lvl4pPr>
            <a:lvl5pPr lvl="4" rtl="0">
              <a:spcBef>
                <a:spcPts val="0"/>
              </a:spcBef>
              <a:spcAft>
                <a:spcPts val="0"/>
              </a:spcAft>
              <a:buSzPts val="2600"/>
              <a:buNone/>
              <a:defRPr b="1" sz="2600"/>
            </a:lvl5pPr>
            <a:lvl6pPr lvl="5" rtl="0">
              <a:spcBef>
                <a:spcPts val="0"/>
              </a:spcBef>
              <a:spcAft>
                <a:spcPts val="0"/>
              </a:spcAft>
              <a:buSzPts val="2600"/>
              <a:buNone/>
              <a:defRPr b="1" sz="2600"/>
            </a:lvl6pPr>
            <a:lvl7pPr lvl="6" rtl="0">
              <a:spcBef>
                <a:spcPts val="0"/>
              </a:spcBef>
              <a:spcAft>
                <a:spcPts val="0"/>
              </a:spcAft>
              <a:buSzPts val="2600"/>
              <a:buNone/>
              <a:defRPr b="1" sz="2600"/>
            </a:lvl7pPr>
            <a:lvl8pPr lvl="7" rtl="0">
              <a:spcBef>
                <a:spcPts val="0"/>
              </a:spcBef>
              <a:spcAft>
                <a:spcPts val="0"/>
              </a:spcAft>
              <a:buSzPts val="2600"/>
              <a:buNone/>
              <a:defRPr b="1" sz="2600"/>
            </a:lvl8pPr>
            <a:lvl9pPr lvl="8" rtl="0">
              <a:spcBef>
                <a:spcPts val="0"/>
              </a:spcBef>
              <a:spcAft>
                <a:spcPts val="0"/>
              </a:spcAft>
              <a:buSzPts val="2600"/>
              <a:buNone/>
              <a:defRPr b="1" sz="2600"/>
            </a:lvl9pPr>
          </a:lstStyle>
          <a:p/>
        </p:txBody>
      </p:sp>
      <p:sp>
        <p:nvSpPr>
          <p:cNvPr id="82" name="Google Shape;82;p9"/>
          <p:cNvSpPr txBox="1"/>
          <p:nvPr>
            <p:ph type="title"/>
          </p:nvPr>
        </p:nvSpPr>
        <p:spPr>
          <a:xfrm>
            <a:off x="685800" y="307965"/>
            <a:ext cx="16916400" cy="1509000"/>
          </a:xfrm>
          <a:prstGeom prst="rect">
            <a:avLst/>
          </a:prstGeom>
        </p:spPr>
        <p:txBody>
          <a:bodyPr anchorCtr="0" anchor="ctr" bIns="0" lIns="0" spcFirstLastPara="1" rIns="0" wrap="square" tIns="0">
            <a:noAutofit/>
          </a:bodyPr>
          <a:lstStyle>
            <a:lvl1pPr lvl="0" rtl="0">
              <a:spcBef>
                <a:spcPts val="0"/>
              </a:spcBef>
              <a:spcAft>
                <a:spcPts val="0"/>
              </a:spcAft>
              <a:buSzPts val="5600"/>
              <a:buFont typeface="Open Sans Light"/>
              <a:buNone/>
              <a:defRPr>
                <a:latin typeface="Open Sans Light"/>
                <a:ea typeface="Open Sans Light"/>
                <a:cs typeface="Open Sans Light"/>
                <a:sym typeface="Open Sans Light"/>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Tree>
  </p:cSld>
  <p:clrMapOvr>
    <a:masterClrMapping/>
  </p:clrMapOvr>
  <p:extLst>
    <p:ext uri="{DCECCB84-F9BA-43D5-87BE-67443E8EF086}">
      <p15:sldGuideLst>
        <p15:guide id="1" orient="horz" pos="3355">
          <p15:clr>
            <a:srgbClr val="FF0000"/>
          </p15:clr>
        </p15:guide>
        <p15:guide id="2" pos="4124">
          <p15:clr>
            <a:schemeClr val="accent1"/>
          </p15:clr>
        </p15:guide>
        <p15:guide id="3" pos="423">
          <p15:clr>
            <a:schemeClr val="accent1"/>
          </p15:clr>
        </p15:guide>
        <p15:guide id="4" orient="horz" pos="423">
          <p15:clr>
            <a:schemeClr val="accent1"/>
          </p15:clr>
        </p15:guide>
        <p15:guide id="5" pos="3703">
          <p15:clr>
            <a:schemeClr val="accent1"/>
          </p15:clr>
        </p15:guide>
        <p15:guide id="6" pos="7396">
          <p15:clr>
            <a:schemeClr val="accent1"/>
          </p15:clr>
        </p15:guide>
        <p15:guide id="7" orient="horz" pos="5328">
          <p15:clr>
            <a:schemeClr val="accent1"/>
          </p15:clr>
        </p15:guide>
        <p15:guide id="8" pos="11088">
          <p15:clr>
            <a:schemeClr val="accent1"/>
          </p15:clr>
        </p15:guide>
        <p15:guide id="9" orient="horz" pos="1219">
          <p15:clr>
            <a:schemeClr val="accent1"/>
          </p15:clr>
        </p15:guide>
        <p15:guide id="10" pos="7816">
          <p15:clr>
            <a:schemeClr val="accent1"/>
          </p15:clr>
        </p15:guide>
        <p15:guide id="11" orient="horz" pos="939">
          <p15:clr>
            <a:schemeClr val="accent1"/>
          </p15:clr>
        </p15:guide>
        <p15:guide id="12" pos="2068">
          <p15:clr>
            <a:srgbClr val="E46962"/>
          </p15:clr>
        </p15:guide>
        <p15:guide id="13" pos="5760">
          <p15:clr>
            <a:srgbClr val="E46962"/>
          </p15:clr>
        </p15:guide>
        <p15:guide id="14" pos="9452">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de">
  <p:cSld name="TITLE_AND_BODY_1_1_1_1">
    <p:spTree>
      <p:nvGrpSpPr>
        <p:cNvPr id="83" name="Shape 83"/>
        <p:cNvGrpSpPr/>
        <p:nvPr/>
      </p:nvGrpSpPr>
      <p:grpSpPr>
        <a:xfrm>
          <a:off x="0" y="0"/>
          <a:ext cx="0" cy="0"/>
          <a:chOff x="0" y="0"/>
          <a:chExt cx="0" cy="0"/>
        </a:xfrm>
      </p:grpSpPr>
      <p:pic>
        <p:nvPicPr>
          <p:cNvPr id="84" name="Google Shape;84;p10"/>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85" name="Google Shape;85;p10"/>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86" name="Google Shape;86;p10"/>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87" name="Google Shape;87;p10"/>
          <p:cNvSpPr/>
          <p:nvPr/>
        </p:nvSpPr>
        <p:spPr>
          <a:xfrm>
            <a:off x="-250" y="-750"/>
            <a:ext cx="18288000" cy="9144000"/>
          </a:xfrm>
          <a:prstGeom prst="rect">
            <a:avLst/>
          </a:prstGeom>
          <a:solidFill>
            <a:srgbClr val="F0F0F0"/>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88" name="Google Shape;88;p10"/>
          <p:cNvSpPr txBox="1"/>
          <p:nvPr/>
        </p:nvSpPr>
        <p:spPr>
          <a:xfrm>
            <a:off x="685800" y="434400"/>
            <a:ext cx="16916400" cy="6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0"/>
              </a:spcAft>
              <a:buNone/>
            </a:pPr>
            <a:r>
              <a:rPr lang="en" sz="4800">
                <a:solidFill>
                  <a:srgbClr val="0B0B0B"/>
                </a:solidFill>
                <a:latin typeface="Open Sans Light"/>
                <a:ea typeface="Open Sans Light"/>
                <a:cs typeface="Open Sans Light"/>
                <a:sym typeface="Open Sans Light"/>
              </a:rPr>
              <a:t>Title Placeholder</a:t>
            </a:r>
            <a:endParaRPr sz="4800">
              <a:solidFill>
                <a:srgbClr val="0B0B0B"/>
              </a:solidFill>
              <a:latin typeface="Open Sans Light"/>
              <a:ea typeface="Open Sans Light"/>
              <a:cs typeface="Open Sans Light"/>
              <a:sym typeface="Open Sans Light"/>
            </a:endParaRPr>
          </a:p>
        </p:txBody>
      </p:sp>
      <p:sp>
        <p:nvSpPr>
          <p:cNvPr id="89" name="Google Shape;89;p10"/>
          <p:cNvSpPr txBox="1"/>
          <p:nvPr>
            <p:ph idx="1" type="body"/>
          </p:nvPr>
        </p:nvSpPr>
        <p:spPr>
          <a:xfrm>
            <a:off x="685800" y="1554750"/>
            <a:ext cx="16916400" cy="6903600"/>
          </a:xfrm>
          <a:prstGeom prst="rect">
            <a:avLst/>
          </a:prstGeom>
        </p:spPr>
        <p:txBody>
          <a:bodyPr anchorCtr="0" anchor="t" bIns="0" lIns="0" spcFirstLastPara="1" rIns="0" wrap="square" tIns="0">
            <a:noAutofit/>
          </a:bodyPr>
          <a:lstStyle>
            <a:lvl1pPr indent="-419100" lvl="0" marL="457200" rtl="0">
              <a:spcBef>
                <a:spcPts val="0"/>
              </a:spcBef>
              <a:spcAft>
                <a:spcPts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indent="-419100" lvl="1" marL="914400" rtl="0">
              <a:spcBef>
                <a:spcPts val="2000"/>
              </a:spcBef>
              <a:spcAft>
                <a:spcPts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indent="-381000" lvl="2" marL="1371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indent="-381000" lvl="3" marL="18288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indent="-381000" lvl="4" marL="22860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indent="-381000" lvl="5" marL="27432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indent="-381000" lvl="6" marL="32004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indent="-381000" lvl="7" marL="3657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indent="-381000" lvl="8" marL="41148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Tree>
  </p:cSld>
  <p:clrMapOvr>
    <a:masterClrMapping/>
  </p:clrMapOvr>
  <p:extLst>
    <p:ext uri="{DCECCB84-F9BA-43D5-87BE-67443E8EF086}">
      <p15:sldGuideLst>
        <p15:guide id="1" pos="432">
          <p15:clr>
            <a:schemeClr val="accent1"/>
          </p15:clr>
        </p15:guide>
        <p15:guide id="2" pos="11088">
          <p15:clr>
            <a:schemeClr val="accent1"/>
          </p15:clr>
        </p15:guide>
        <p15:guide id="3" orient="horz" pos="979">
          <p15:clr>
            <a:schemeClr val="accent1"/>
          </p15:clr>
        </p15:guide>
        <p15:guide id="4" orient="horz" pos="5328">
          <p15:clr>
            <a:schemeClr val="accent1"/>
          </p15:clr>
        </p15:guide>
        <p15:guide id="5" pos="5760">
          <p15:clr>
            <a:srgbClr val="FF0000"/>
          </p15:clr>
        </p15:guide>
        <p15:guide id="6" orient="horz" pos="706">
          <p15:clr>
            <a:schemeClr val="accent1"/>
          </p15:clr>
        </p15:guide>
        <p15:guide id="7" orient="horz" pos="274">
          <p15:clr>
            <a:schemeClr val="accent1"/>
          </p15:clr>
        </p15:guide>
        <p15:guide id="8" orient="horz" pos="3154">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ual Code">
  <p:cSld name="TITLE_AND_BODY_1_1_1_1_2">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0" y="9144000"/>
            <a:ext cx="18288000" cy="1143000"/>
          </a:xfrm>
          <a:prstGeom prst="rect">
            <a:avLst/>
          </a:prstGeom>
          <a:noFill/>
          <a:ln>
            <a:noFill/>
          </a:ln>
        </p:spPr>
      </p:pic>
      <p:sp>
        <p:nvSpPr>
          <p:cNvPr id="92" name="Google Shape;92;p11"/>
          <p:cNvSpPr/>
          <p:nvPr/>
        </p:nvSpPr>
        <p:spPr>
          <a:xfrm>
            <a:off x="576900" y="9439925"/>
            <a:ext cx="2610600" cy="620100"/>
          </a:xfrm>
          <a:prstGeom prst="rect">
            <a:avLst/>
          </a:prstGeom>
          <a:solidFill>
            <a:srgbClr val="14257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93" name="Google Shape;93;p11"/>
          <p:cNvPicPr preferRelativeResize="0"/>
          <p:nvPr/>
        </p:nvPicPr>
        <p:blipFill>
          <a:blip r:embed="rId3">
            <a:alphaModFix/>
          </a:blip>
          <a:stretch>
            <a:fillRect/>
          </a:stretch>
        </p:blipFill>
        <p:spPr>
          <a:xfrm>
            <a:off x="667760" y="9434283"/>
            <a:ext cx="2619805" cy="620100"/>
          </a:xfrm>
          <a:prstGeom prst="rect">
            <a:avLst/>
          </a:prstGeom>
          <a:noFill/>
          <a:ln>
            <a:noFill/>
          </a:ln>
        </p:spPr>
      </p:pic>
      <p:sp>
        <p:nvSpPr>
          <p:cNvPr id="94" name="Google Shape;94;p11"/>
          <p:cNvSpPr/>
          <p:nvPr/>
        </p:nvSpPr>
        <p:spPr>
          <a:xfrm>
            <a:off x="-250" y="-750"/>
            <a:ext cx="18288000" cy="9144000"/>
          </a:xfrm>
          <a:prstGeom prst="rect">
            <a:avLst/>
          </a:prstGeom>
          <a:solidFill>
            <a:srgbClr val="F0F0F0"/>
          </a:solidFill>
          <a:ln>
            <a:noFill/>
          </a:ln>
          <a:effectLst>
            <a:outerShdw blurRad="714375" rotWithShape="0" algn="bl" dir="5400000" dist="238125">
              <a:srgbClr val="000000">
                <a:alpha val="25000"/>
              </a:srgbClr>
            </a:outerShdw>
          </a:effectLst>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95" name="Google Shape;95;p11"/>
          <p:cNvSpPr txBox="1"/>
          <p:nvPr/>
        </p:nvSpPr>
        <p:spPr>
          <a:xfrm>
            <a:off x="685800" y="434400"/>
            <a:ext cx="16916400" cy="6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2000"/>
              </a:spcAft>
              <a:buNone/>
            </a:pPr>
            <a:r>
              <a:rPr lang="en" sz="4800">
                <a:solidFill>
                  <a:srgbClr val="0B0B0B"/>
                </a:solidFill>
                <a:latin typeface="Open Sans Light"/>
                <a:ea typeface="Open Sans Light"/>
                <a:cs typeface="Open Sans Light"/>
                <a:sym typeface="Open Sans Light"/>
              </a:rPr>
              <a:t>Title Placeholder</a:t>
            </a:r>
            <a:endParaRPr sz="4800">
              <a:solidFill>
                <a:srgbClr val="0B0B0B"/>
              </a:solidFill>
              <a:latin typeface="Open Sans Light"/>
              <a:ea typeface="Open Sans Light"/>
              <a:cs typeface="Open Sans Light"/>
              <a:sym typeface="Open Sans Light"/>
            </a:endParaRPr>
          </a:p>
        </p:txBody>
      </p:sp>
      <p:sp>
        <p:nvSpPr>
          <p:cNvPr id="96" name="Google Shape;96;p11"/>
          <p:cNvSpPr txBox="1"/>
          <p:nvPr>
            <p:ph idx="1" type="body"/>
          </p:nvPr>
        </p:nvSpPr>
        <p:spPr>
          <a:xfrm>
            <a:off x="685800" y="1554750"/>
            <a:ext cx="8241000" cy="6903600"/>
          </a:xfrm>
          <a:prstGeom prst="rect">
            <a:avLst/>
          </a:prstGeom>
        </p:spPr>
        <p:txBody>
          <a:bodyPr anchorCtr="0" anchor="t" bIns="0" lIns="0" spcFirstLastPara="1" rIns="0" wrap="square" tIns="0">
            <a:noAutofit/>
          </a:bodyPr>
          <a:lstStyle>
            <a:lvl1pPr indent="-419100" lvl="0" marL="457200" rtl="0">
              <a:spcBef>
                <a:spcPts val="0"/>
              </a:spcBef>
              <a:spcAft>
                <a:spcPts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indent="-419100" lvl="1" marL="914400" rtl="0">
              <a:spcBef>
                <a:spcPts val="2000"/>
              </a:spcBef>
              <a:spcAft>
                <a:spcPts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indent="-381000" lvl="2" marL="1371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indent="-381000" lvl="3" marL="18288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indent="-381000" lvl="4" marL="22860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indent="-381000" lvl="5" marL="27432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indent="-381000" lvl="6" marL="32004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indent="-381000" lvl="7" marL="3657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indent="-381000" lvl="8" marL="41148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
        <p:nvSpPr>
          <p:cNvPr id="97" name="Google Shape;97;p11"/>
          <p:cNvSpPr txBox="1"/>
          <p:nvPr>
            <p:ph idx="2" type="body"/>
          </p:nvPr>
        </p:nvSpPr>
        <p:spPr>
          <a:xfrm>
            <a:off x="9361350" y="1554750"/>
            <a:ext cx="8241000" cy="6903600"/>
          </a:xfrm>
          <a:prstGeom prst="rect">
            <a:avLst/>
          </a:prstGeom>
        </p:spPr>
        <p:txBody>
          <a:bodyPr anchorCtr="0" anchor="t" bIns="0" lIns="0" spcFirstLastPara="1" rIns="0" wrap="square" tIns="0">
            <a:noAutofit/>
          </a:bodyPr>
          <a:lstStyle>
            <a:lvl1pPr indent="-419100" lvl="0" marL="457200" rtl="0">
              <a:spcBef>
                <a:spcPts val="0"/>
              </a:spcBef>
              <a:spcAft>
                <a:spcPts val="0"/>
              </a:spcAft>
              <a:buClr>
                <a:schemeClr val="accent1"/>
              </a:buClr>
              <a:buSzPts val="3000"/>
              <a:buFont typeface="Roboto Mono Light"/>
              <a:buChar char="●"/>
              <a:defRPr sz="3000">
                <a:solidFill>
                  <a:schemeClr val="dk1"/>
                </a:solidFill>
                <a:latin typeface="Roboto Mono Light"/>
                <a:ea typeface="Roboto Mono Light"/>
                <a:cs typeface="Roboto Mono Light"/>
                <a:sym typeface="Roboto Mono Light"/>
              </a:defRPr>
            </a:lvl1pPr>
            <a:lvl2pPr indent="-419100" lvl="1" marL="914400" rtl="0">
              <a:spcBef>
                <a:spcPts val="2000"/>
              </a:spcBef>
              <a:spcAft>
                <a:spcPts val="0"/>
              </a:spcAft>
              <a:buClr>
                <a:schemeClr val="accent1"/>
              </a:buClr>
              <a:buSzPts val="3000"/>
              <a:buFont typeface="Roboto Mono Light"/>
              <a:buChar char="○"/>
              <a:defRPr>
                <a:solidFill>
                  <a:schemeClr val="dk1"/>
                </a:solidFill>
                <a:latin typeface="Roboto Mono Light"/>
                <a:ea typeface="Roboto Mono Light"/>
                <a:cs typeface="Roboto Mono Light"/>
                <a:sym typeface="Roboto Mono Light"/>
              </a:defRPr>
            </a:lvl2pPr>
            <a:lvl3pPr indent="-381000" lvl="2" marL="1371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3pPr>
            <a:lvl4pPr indent="-381000" lvl="3" marL="18288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4pPr>
            <a:lvl5pPr indent="-381000" lvl="4" marL="22860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5pPr>
            <a:lvl6pPr indent="-381000" lvl="5" marL="27432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6pPr>
            <a:lvl7pPr indent="-381000" lvl="6" marL="32004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7pPr>
            <a:lvl8pPr indent="-381000" lvl="7" marL="3657600" rtl="0">
              <a:spcBef>
                <a:spcPts val="2000"/>
              </a:spcBef>
              <a:spcAft>
                <a:spcPts val="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8pPr>
            <a:lvl9pPr indent="-381000" lvl="8" marL="4114800" rtl="0">
              <a:spcBef>
                <a:spcPts val="2000"/>
              </a:spcBef>
              <a:spcAft>
                <a:spcPts val="2000"/>
              </a:spcAft>
              <a:buClr>
                <a:schemeClr val="accent1"/>
              </a:buClr>
              <a:buSzPts val="2400"/>
              <a:buFont typeface="Roboto Mono Light"/>
              <a:buChar char="■"/>
              <a:defRPr>
                <a:solidFill>
                  <a:schemeClr val="dk1"/>
                </a:solidFill>
                <a:latin typeface="Roboto Mono Light"/>
                <a:ea typeface="Roboto Mono Light"/>
                <a:cs typeface="Roboto Mono Light"/>
                <a:sym typeface="Roboto Mono Light"/>
              </a:defRPr>
            </a:lvl9pPr>
          </a:lstStyle>
          <a:p/>
        </p:txBody>
      </p:sp>
    </p:spTree>
  </p:cSld>
  <p:clrMapOvr>
    <a:masterClrMapping/>
  </p:clrMapOvr>
  <p:extLst>
    <p:ext uri="{DCECCB84-F9BA-43D5-87BE-67443E8EF086}">
      <p15:sldGuideLst>
        <p15:guide id="1" pos="432">
          <p15:clr>
            <a:schemeClr val="accent1"/>
          </p15:clr>
        </p15:guide>
        <p15:guide id="2" pos="11088">
          <p15:clr>
            <a:schemeClr val="accent1"/>
          </p15:clr>
        </p15:guide>
        <p15:guide id="3" orient="horz" pos="979">
          <p15:clr>
            <a:schemeClr val="accent1"/>
          </p15:clr>
        </p15:guide>
        <p15:guide id="4" orient="horz" pos="5328">
          <p15:clr>
            <a:schemeClr val="accent1"/>
          </p15:clr>
        </p15:guide>
        <p15:guide id="5" pos="5760">
          <p15:clr>
            <a:srgbClr val="FF0000"/>
          </p15:clr>
        </p15:guide>
        <p15:guide id="6" orient="horz" pos="706">
          <p15:clr>
            <a:schemeClr val="accent1"/>
          </p15:clr>
        </p15:guide>
        <p15:guide id="7" orient="horz" pos="274">
          <p15:clr>
            <a:schemeClr val="accent1"/>
          </p15:clr>
        </p15:guide>
        <p15:guide id="8" pos="5623">
          <p15:clr>
            <a:schemeClr val="accent1"/>
          </p15:clr>
        </p15:guide>
        <p15:guide id="9" pos="5897">
          <p15:clr>
            <a:schemeClr val="accent1"/>
          </p15:clr>
        </p15:guide>
        <p15:guide id="10" orient="horz" pos="324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Quote Full Card">
  <p:cSld name="CUSTOM_14">
    <p:spTree>
      <p:nvGrpSpPr>
        <p:cNvPr id="98" name="Shape 98"/>
        <p:cNvGrpSpPr/>
        <p:nvPr/>
      </p:nvGrpSpPr>
      <p:grpSpPr>
        <a:xfrm>
          <a:off x="0" y="0"/>
          <a:ext cx="0" cy="0"/>
          <a:chOff x="0" y="0"/>
          <a:chExt cx="0" cy="0"/>
        </a:xfrm>
      </p:grpSpPr>
      <p:pic>
        <p:nvPicPr>
          <p:cNvPr id="99" name="Google Shape;99;p12"/>
          <p:cNvPicPr preferRelativeResize="0"/>
          <p:nvPr/>
        </p:nvPicPr>
        <p:blipFill>
          <a:blip r:embed="rId2">
            <a:alphaModFix/>
          </a:blip>
          <a:stretch>
            <a:fillRect/>
          </a:stretch>
        </p:blipFill>
        <p:spPr>
          <a:xfrm>
            <a:off x="-4" y="0"/>
            <a:ext cx="18288000" cy="10286989"/>
          </a:xfrm>
          <a:prstGeom prst="rect">
            <a:avLst/>
          </a:prstGeom>
          <a:noFill/>
          <a:ln>
            <a:noFill/>
          </a:ln>
        </p:spPr>
      </p:pic>
      <p:sp>
        <p:nvSpPr>
          <p:cNvPr id="100" name="Google Shape;100;p12"/>
          <p:cNvSpPr/>
          <p:nvPr/>
        </p:nvSpPr>
        <p:spPr>
          <a:xfrm flipH="1">
            <a:off x="1285650" y="1009650"/>
            <a:ext cx="15717000" cy="8268000"/>
          </a:xfrm>
          <a:prstGeom prst="round2DiagRect">
            <a:avLst>
              <a:gd fmla="val 20143" name="adj1"/>
              <a:gd fmla="val 0" name="adj2"/>
            </a:avLst>
          </a:prstGeom>
          <a:solidFill>
            <a:srgbClr val="F0F0F0"/>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01" name="Google Shape;101;p12"/>
          <p:cNvSpPr txBox="1"/>
          <p:nvPr>
            <p:ph idx="1" type="body"/>
          </p:nvPr>
        </p:nvSpPr>
        <p:spPr>
          <a:xfrm>
            <a:off x="2110650" y="1908000"/>
            <a:ext cx="14067000" cy="6471000"/>
          </a:xfrm>
          <a:prstGeom prst="rect">
            <a:avLst/>
          </a:prstGeom>
        </p:spPr>
        <p:txBody>
          <a:bodyPr anchorCtr="0" anchor="ctr" bIns="0" lIns="0" spcFirstLastPara="1" rIns="0" wrap="square" tIns="0">
            <a:noAutofit/>
          </a:bodyPr>
          <a:lstStyle>
            <a:lvl1pPr indent="-533400" lvl="0" marL="457200" rtl="0" algn="ctr">
              <a:spcBef>
                <a:spcPts val="0"/>
              </a:spcBef>
              <a:spcAft>
                <a:spcPts val="0"/>
              </a:spcAft>
              <a:buSzPts val="4800"/>
              <a:buFont typeface="Open Sans Light"/>
              <a:buChar char="●"/>
              <a:defRPr sz="4800">
                <a:latin typeface="Open Sans Light"/>
                <a:ea typeface="Open Sans Light"/>
                <a:cs typeface="Open Sans Light"/>
                <a:sym typeface="Open Sans Light"/>
              </a:defRPr>
            </a:lvl1pPr>
            <a:lvl2pPr indent="-533400" lvl="1" marL="914400" rtl="0" algn="ctr">
              <a:spcBef>
                <a:spcPts val="0"/>
              </a:spcBef>
              <a:spcAft>
                <a:spcPts val="0"/>
              </a:spcAft>
              <a:buSzPts val="4800"/>
              <a:buFont typeface="Open Sans Light"/>
              <a:buChar char="○"/>
              <a:defRPr sz="4800">
                <a:latin typeface="Open Sans Light"/>
                <a:ea typeface="Open Sans Light"/>
                <a:cs typeface="Open Sans Light"/>
                <a:sym typeface="Open Sans Light"/>
              </a:defRPr>
            </a:lvl2pPr>
            <a:lvl3pPr indent="-533400" lvl="2" marL="1371600" rtl="0" algn="ctr">
              <a:spcBef>
                <a:spcPts val="0"/>
              </a:spcBef>
              <a:spcAft>
                <a:spcPts val="0"/>
              </a:spcAft>
              <a:buSzPts val="4800"/>
              <a:buFont typeface="Open Sans Light"/>
              <a:buChar char="■"/>
              <a:defRPr sz="4800">
                <a:latin typeface="Open Sans Light"/>
                <a:ea typeface="Open Sans Light"/>
                <a:cs typeface="Open Sans Light"/>
                <a:sym typeface="Open Sans Light"/>
              </a:defRPr>
            </a:lvl3pPr>
            <a:lvl4pPr indent="-533400" lvl="3" marL="1828800" rtl="0" algn="ctr">
              <a:spcBef>
                <a:spcPts val="0"/>
              </a:spcBef>
              <a:spcAft>
                <a:spcPts val="0"/>
              </a:spcAft>
              <a:buSzPts val="4800"/>
              <a:buFont typeface="Open Sans Light"/>
              <a:buChar char="●"/>
              <a:defRPr sz="4800">
                <a:latin typeface="Open Sans Light"/>
                <a:ea typeface="Open Sans Light"/>
                <a:cs typeface="Open Sans Light"/>
                <a:sym typeface="Open Sans Light"/>
              </a:defRPr>
            </a:lvl4pPr>
            <a:lvl5pPr indent="-533400" lvl="4" marL="2286000" rtl="0" algn="ctr">
              <a:spcBef>
                <a:spcPts val="0"/>
              </a:spcBef>
              <a:spcAft>
                <a:spcPts val="0"/>
              </a:spcAft>
              <a:buSzPts val="4800"/>
              <a:buFont typeface="Open Sans Light"/>
              <a:buChar char="○"/>
              <a:defRPr sz="4800">
                <a:latin typeface="Open Sans Light"/>
                <a:ea typeface="Open Sans Light"/>
                <a:cs typeface="Open Sans Light"/>
                <a:sym typeface="Open Sans Light"/>
              </a:defRPr>
            </a:lvl5pPr>
            <a:lvl6pPr indent="-533400" lvl="5" marL="2743200" rtl="0" algn="ctr">
              <a:spcBef>
                <a:spcPts val="0"/>
              </a:spcBef>
              <a:spcAft>
                <a:spcPts val="0"/>
              </a:spcAft>
              <a:buSzPts val="4800"/>
              <a:buFont typeface="Open Sans Light"/>
              <a:buChar char="■"/>
              <a:defRPr sz="4800">
                <a:latin typeface="Open Sans Light"/>
                <a:ea typeface="Open Sans Light"/>
                <a:cs typeface="Open Sans Light"/>
                <a:sym typeface="Open Sans Light"/>
              </a:defRPr>
            </a:lvl6pPr>
            <a:lvl7pPr indent="-533400" lvl="6" marL="3200400" rtl="0" algn="ctr">
              <a:spcBef>
                <a:spcPts val="0"/>
              </a:spcBef>
              <a:spcAft>
                <a:spcPts val="0"/>
              </a:spcAft>
              <a:buSzPts val="4800"/>
              <a:buFont typeface="Open Sans Light"/>
              <a:buChar char="●"/>
              <a:defRPr sz="4800">
                <a:latin typeface="Open Sans Light"/>
                <a:ea typeface="Open Sans Light"/>
                <a:cs typeface="Open Sans Light"/>
                <a:sym typeface="Open Sans Light"/>
              </a:defRPr>
            </a:lvl7pPr>
            <a:lvl8pPr indent="-533400" lvl="7" marL="3657600" rtl="0" algn="ctr">
              <a:spcBef>
                <a:spcPts val="0"/>
              </a:spcBef>
              <a:spcAft>
                <a:spcPts val="0"/>
              </a:spcAft>
              <a:buSzPts val="4800"/>
              <a:buFont typeface="Open Sans Light"/>
              <a:buChar char="○"/>
              <a:defRPr sz="4800">
                <a:latin typeface="Open Sans Light"/>
                <a:ea typeface="Open Sans Light"/>
                <a:cs typeface="Open Sans Light"/>
                <a:sym typeface="Open Sans Light"/>
              </a:defRPr>
            </a:lvl8pPr>
            <a:lvl9pPr indent="-533400" lvl="8" marL="4114800" rtl="0" algn="ctr">
              <a:spcBef>
                <a:spcPts val="0"/>
              </a:spcBef>
              <a:spcAft>
                <a:spcPts val="0"/>
              </a:spcAft>
              <a:buSzPts val="4800"/>
              <a:buFont typeface="Open Sans Light"/>
              <a:buChar char="■"/>
              <a:defRPr sz="4800">
                <a:latin typeface="Open Sans Light"/>
                <a:ea typeface="Open Sans Light"/>
                <a:cs typeface="Open Sans Light"/>
                <a:sym typeface="Open Sans Ligh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225200" y="1210250"/>
            <a:ext cx="15837600" cy="12996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5600"/>
              <a:buFont typeface="Open Sans Light"/>
              <a:buNone/>
              <a:defRPr sz="5600">
                <a:solidFill>
                  <a:schemeClr val="dk1"/>
                </a:solidFill>
                <a:latin typeface="Open Sans Light"/>
                <a:ea typeface="Open Sans Light"/>
                <a:cs typeface="Open Sans Light"/>
                <a:sym typeface="Open Sans Light"/>
              </a:defRPr>
            </a:lvl1pPr>
            <a:lvl2pPr lvl="1"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2pPr>
            <a:lvl3pPr lvl="2"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3pPr>
            <a:lvl4pPr lvl="3"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4pPr>
            <a:lvl5pPr lvl="4"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5pPr>
            <a:lvl6pPr lvl="5"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6pPr>
            <a:lvl7pPr lvl="6"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7pPr>
            <a:lvl8pPr lvl="7"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8pPr>
            <a:lvl9pPr lvl="8" rtl="0">
              <a:spcBef>
                <a:spcPts val="0"/>
              </a:spcBef>
              <a:spcAft>
                <a:spcPts val="0"/>
              </a:spcAft>
              <a:buClr>
                <a:schemeClr val="dk1"/>
              </a:buClr>
              <a:buSzPts val="5600"/>
              <a:buFont typeface="Open Sans"/>
              <a:buNone/>
              <a:defRPr sz="5600">
                <a:solidFill>
                  <a:schemeClr val="dk1"/>
                </a:solidFill>
                <a:latin typeface="Open Sans"/>
                <a:ea typeface="Open Sans"/>
                <a:cs typeface="Open Sans"/>
                <a:sym typeface="Open Sans"/>
              </a:defRPr>
            </a:lvl9pPr>
          </a:lstStyle>
          <a:p/>
        </p:txBody>
      </p:sp>
      <p:sp>
        <p:nvSpPr>
          <p:cNvPr id="7" name="Google Shape;7;p1"/>
          <p:cNvSpPr txBox="1"/>
          <p:nvPr>
            <p:ph idx="1" type="body"/>
          </p:nvPr>
        </p:nvSpPr>
        <p:spPr>
          <a:xfrm>
            <a:off x="1225200" y="3107750"/>
            <a:ext cx="15837600" cy="6030000"/>
          </a:xfrm>
          <a:prstGeom prst="rect">
            <a:avLst/>
          </a:prstGeom>
          <a:noFill/>
          <a:ln>
            <a:noFill/>
          </a:ln>
        </p:spPr>
        <p:txBody>
          <a:bodyPr anchorCtr="0" anchor="t" bIns="0" lIns="0" spcFirstLastPara="1" rIns="0" wrap="square" tIns="0">
            <a:noAutofit/>
          </a:bodyPr>
          <a:lstStyle>
            <a:lvl1pPr indent="-457200" lvl="0" marL="457200" rtl="0">
              <a:lnSpc>
                <a:spcPct val="115000"/>
              </a:lnSpc>
              <a:spcBef>
                <a:spcPts val="0"/>
              </a:spcBef>
              <a:spcAft>
                <a:spcPts val="0"/>
              </a:spcAft>
              <a:buClr>
                <a:schemeClr val="dk1"/>
              </a:buClr>
              <a:buSzPts val="3600"/>
              <a:buFont typeface="Open Sans"/>
              <a:buChar char="●"/>
              <a:defRPr sz="3600">
                <a:solidFill>
                  <a:schemeClr val="dk1"/>
                </a:solidFill>
                <a:latin typeface="Open Sans"/>
                <a:ea typeface="Open Sans"/>
                <a:cs typeface="Open Sans"/>
                <a:sym typeface="Open Sans"/>
              </a:defRPr>
            </a:lvl1pPr>
            <a:lvl2pPr indent="-419100" lvl="1" marL="914400" rtl="0">
              <a:lnSpc>
                <a:spcPct val="115000"/>
              </a:lnSpc>
              <a:spcBef>
                <a:spcPts val="0"/>
              </a:spcBef>
              <a:spcAft>
                <a:spcPts val="0"/>
              </a:spcAft>
              <a:buClr>
                <a:schemeClr val="dk1"/>
              </a:buClr>
              <a:buSzPts val="3000"/>
              <a:buFont typeface="Open Sans"/>
              <a:buChar char="○"/>
              <a:defRPr sz="3000">
                <a:solidFill>
                  <a:schemeClr val="dk1"/>
                </a:solidFill>
                <a:latin typeface="Open Sans"/>
                <a:ea typeface="Open Sans"/>
                <a:cs typeface="Open Sans"/>
                <a:sym typeface="Open Sans"/>
              </a:defRPr>
            </a:lvl2pPr>
            <a:lvl3pPr indent="-381000" lvl="2" marL="13716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3pPr>
            <a:lvl4pPr indent="-381000" lvl="3" marL="18288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4pPr>
            <a:lvl5pPr indent="-381000" lvl="4" marL="22860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5pPr>
            <a:lvl6pPr indent="-381000" lvl="5" marL="27432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6pPr>
            <a:lvl7pPr indent="-381000" lvl="6" marL="32004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7pPr>
            <a:lvl8pPr indent="-381000" lvl="7" marL="36576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8pPr>
            <a:lvl9pPr indent="-381000" lvl="8" marL="4114800" rtl="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rtl="0" algn="r">
              <a:buNone/>
              <a:defRPr sz="2000">
                <a:solidFill>
                  <a:schemeClr val="dk2"/>
                </a:solidFill>
              </a:defRPr>
            </a:lvl1pPr>
            <a:lvl2pPr lvl="1" rtl="0" algn="r">
              <a:buNone/>
              <a:defRPr sz="2000">
                <a:solidFill>
                  <a:schemeClr val="dk2"/>
                </a:solidFill>
              </a:defRPr>
            </a:lvl2pPr>
            <a:lvl3pPr lvl="2" rtl="0" algn="r">
              <a:buNone/>
              <a:defRPr sz="2000">
                <a:solidFill>
                  <a:schemeClr val="dk2"/>
                </a:solidFill>
              </a:defRPr>
            </a:lvl3pPr>
            <a:lvl4pPr lvl="3" rtl="0" algn="r">
              <a:buNone/>
              <a:defRPr sz="2000">
                <a:solidFill>
                  <a:schemeClr val="dk2"/>
                </a:solidFill>
              </a:defRPr>
            </a:lvl4pPr>
            <a:lvl5pPr lvl="4" rtl="0" algn="r">
              <a:buNone/>
              <a:defRPr sz="2000">
                <a:solidFill>
                  <a:schemeClr val="dk2"/>
                </a:solidFill>
              </a:defRPr>
            </a:lvl5pPr>
            <a:lvl6pPr lvl="5" rtl="0" algn="r">
              <a:buNone/>
              <a:defRPr sz="2000">
                <a:solidFill>
                  <a:schemeClr val="dk2"/>
                </a:solidFill>
              </a:defRPr>
            </a:lvl6pPr>
            <a:lvl7pPr lvl="6" rtl="0" algn="r">
              <a:buNone/>
              <a:defRPr sz="2000">
                <a:solidFill>
                  <a:schemeClr val="dk2"/>
                </a:solidFill>
              </a:defRPr>
            </a:lvl7pPr>
            <a:lvl8pPr lvl="7" rtl="0" algn="r">
              <a:buNone/>
              <a:defRPr sz="2000">
                <a:solidFill>
                  <a:schemeClr val="dk2"/>
                </a:solidFill>
              </a:defRPr>
            </a:lvl8pPr>
            <a:lvl9pPr lvl="8" rtl="0" algn="r">
              <a:buNone/>
              <a:defRPr sz="2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nvSpPr>
        <p:spPr>
          <a:xfrm>
            <a:off x="279350" y="9860050"/>
            <a:ext cx="79152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400">
                <a:solidFill>
                  <a:srgbClr val="7D97AD"/>
                </a:solidFill>
                <a:latin typeface="Open Sans"/>
                <a:ea typeface="Open Sans"/>
                <a:cs typeface="Open Sans"/>
                <a:sym typeface="Open Sans"/>
              </a:rPr>
              <a:t>© 2024 Udacity. </a:t>
            </a:r>
            <a:endParaRPr sz="1000">
              <a:solidFill>
                <a:srgbClr val="0B0B0B"/>
              </a:solidFill>
              <a:latin typeface="Open Sans"/>
              <a:ea typeface="Open Sans"/>
              <a:cs typeface="Open Sans"/>
              <a:sym typeface="Open Sans"/>
            </a:endParaRPr>
          </a:p>
        </p:txBody>
      </p:sp>
      <p:sp>
        <p:nvSpPr>
          <p:cNvPr id="107" name="Google Shape;107;p13"/>
          <p:cNvSpPr txBox="1"/>
          <p:nvPr>
            <p:ph type="ctrTitle"/>
          </p:nvPr>
        </p:nvSpPr>
        <p:spPr>
          <a:xfrm>
            <a:off x="1225200" y="2813950"/>
            <a:ext cx="10070400" cy="2479800"/>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Clr>
                <a:srgbClr val="FFFFFF"/>
              </a:buClr>
              <a:buFont typeface="Open Sans"/>
              <a:buNone/>
            </a:pPr>
            <a:r>
              <a:rPr lang="en"/>
              <a:t>Sleep Health and Lifestyle Analysis</a:t>
            </a:r>
            <a:endParaRPr sz="1000"/>
          </a:p>
        </p:txBody>
      </p:sp>
      <p:sp>
        <p:nvSpPr>
          <p:cNvPr id="108" name="Google Shape;108;p13"/>
          <p:cNvSpPr txBox="1"/>
          <p:nvPr>
            <p:ph idx="1" type="subTitle"/>
          </p:nvPr>
        </p:nvSpPr>
        <p:spPr>
          <a:xfrm>
            <a:off x="1256200" y="5959675"/>
            <a:ext cx="10039800" cy="832800"/>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9CBDD8"/>
              </a:buClr>
              <a:buFont typeface="Open Sans"/>
              <a:buNone/>
            </a:pPr>
            <a:r>
              <a:t/>
            </a:r>
            <a:endParaRPr b="1"/>
          </a:p>
          <a:p>
            <a:pPr indent="0" lvl="0" marL="0" marR="0" rtl="0" algn="l">
              <a:lnSpc>
                <a:spcPct val="131250"/>
              </a:lnSpc>
              <a:spcBef>
                <a:spcPts val="0"/>
              </a:spcBef>
              <a:spcAft>
                <a:spcPts val="0"/>
              </a:spcAft>
              <a:buClr>
                <a:srgbClr val="9CBDD8"/>
              </a:buClr>
              <a:buFont typeface="Open Sans"/>
              <a:buNone/>
            </a:pPr>
            <a:r>
              <a:t/>
            </a:r>
            <a:endParaRPr b="1"/>
          </a:p>
          <a:p>
            <a:pPr indent="0" lvl="0" marL="0" marR="0" rtl="0" algn="l">
              <a:lnSpc>
                <a:spcPct val="131250"/>
              </a:lnSpc>
              <a:spcBef>
                <a:spcPts val="0"/>
              </a:spcBef>
              <a:spcAft>
                <a:spcPts val="0"/>
              </a:spcAft>
              <a:buClr>
                <a:srgbClr val="9CBDD8"/>
              </a:buClr>
              <a:buFont typeface="Open Sans"/>
              <a:buNone/>
            </a:pPr>
            <a:r>
              <a:t/>
            </a:r>
            <a:endParaRPr b="1"/>
          </a:p>
          <a:p>
            <a:pPr indent="0" lvl="0" marL="0" marR="0" rtl="0" algn="l">
              <a:lnSpc>
                <a:spcPct val="131250"/>
              </a:lnSpc>
              <a:spcBef>
                <a:spcPts val="0"/>
              </a:spcBef>
              <a:spcAft>
                <a:spcPts val="0"/>
              </a:spcAft>
              <a:buClr>
                <a:srgbClr val="9CBDD8"/>
              </a:buClr>
              <a:buFont typeface="Open Sans"/>
              <a:buNone/>
            </a:pPr>
            <a:r>
              <a:rPr b="1" lang="en"/>
              <a:t>Data Scientist: Soizic Bourgeois</a:t>
            </a:r>
            <a:endParaRPr b="1"/>
          </a:p>
          <a:p>
            <a:pPr indent="0" lvl="0" marL="0" marR="0" rtl="0" algn="l">
              <a:lnSpc>
                <a:spcPct val="131250"/>
              </a:lnSpc>
              <a:spcBef>
                <a:spcPts val="0"/>
              </a:spcBef>
              <a:spcAft>
                <a:spcPts val="0"/>
              </a:spcAft>
              <a:buClr>
                <a:srgbClr val="9CBDD8"/>
              </a:buClr>
              <a:buFont typeface="Open Sans"/>
              <a:buNone/>
            </a:pPr>
            <a:r>
              <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Agenda</a:t>
            </a:r>
            <a:endParaRPr sz="6400"/>
          </a:p>
        </p:txBody>
      </p:sp>
      <p:sp>
        <p:nvSpPr>
          <p:cNvPr id="114" name="Google Shape;114;p14"/>
          <p:cNvSpPr txBox="1"/>
          <p:nvPr>
            <p:ph idx="1" type="body"/>
          </p:nvPr>
        </p:nvSpPr>
        <p:spPr>
          <a:xfrm>
            <a:off x="685850" y="1828800"/>
            <a:ext cx="16393800" cy="6629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solidFill>
                  <a:schemeClr val="accent1"/>
                </a:solidFill>
              </a:rPr>
              <a:t>Results of sleep health and lifestyle analysis</a:t>
            </a:r>
            <a:endParaRPr>
              <a:solidFill>
                <a:schemeClr val="accent1"/>
              </a:solidFill>
            </a:endParaRPr>
          </a:p>
          <a:p>
            <a:pPr indent="0" lvl="0" marL="0" rtl="0" algn="l">
              <a:lnSpc>
                <a:spcPct val="100000"/>
              </a:lnSpc>
              <a:spcBef>
                <a:spcPts val="0"/>
              </a:spcBef>
              <a:spcAft>
                <a:spcPts val="0"/>
              </a:spcAft>
              <a:buNone/>
            </a:pPr>
            <a:r>
              <a:t/>
            </a:r>
            <a:endParaRPr>
              <a:solidFill>
                <a:schemeClr val="accent1"/>
              </a:solidFill>
            </a:endParaRPr>
          </a:p>
          <a:p>
            <a:pPr indent="-723900" lvl="0" marL="914400" rtl="0" algn="l">
              <a:lnSpc>
                <a:spcPct val="100000"/>
              </a:lnSpc>
              <a:spcBef>
                <a:spcPts val="1400"/>
              </a:spcBef>
              <a:spcAft>
                <a:spcPts val="0"/>
              </a:spcAft>
              <a:buClr>
                <a:schemeClr val="dk1"/>
              </a:buClr>
              <a:buSzPts val="4200"/>
              <a:buChar char="●"/>
            </a:pPr>
            <a:r>
              <a:rPr lang="en" sz="4200"/>
              <a:t>Dataset Introduction</a:t>
            </a:r>
            <a:endParaRPr sz="4200"/>
          </a:p>
          <a:p>
            <a:pPr indent="-723900" lvl="0" marL="914400" rtl="0" algn="l">
              <a:lnSpc>
                <a:spcPct val="100000"/>
              </a:lnSpc>
              <a:spcBef>
                <a:spcPts val="0"/>
              </a:spcBef>
              <a:spcAft>
                <a:spcPts val="0"/>
              </a:spcAft>
              <a:buClr>
                <a:schemeClr val="dk1"/>
              </a:buClr>
              <a:buSzPts val="4200"/>
              <a:buChar char="●"/>
            </a:pPr>
            <a:r>
              <a:rPr lang="en" sz="4200"/>
              <a:t>Data Description</a:t>
            </a:r>
            <a:endParaRPr sz="4200"/>
          </a:p>
          <a:p>
            <a:pPr indent="-723900" lvl="0" marL="914400" rtl="0" algn="l">
              <a:lnSpc>
                <a:spcPct val="100000"/>
              </a:lnSpc>
              <a:spcBef>
                <a:spcPts val="0"/>
              </a:spcBef>
              <a:spcAft>
                <a:spcPts val="0"/>
              </a:spcAft>
              <a:buClr>
                <a:schemeClr val="dk1"/>
              </a:buClr>
              <a:buSzPts val="4200"/>
              <a:buChar char="●"/>
            </a:pPr>
            <a:r>
              <a:rPr lang="en" sz="4200"/>
              <a:t>Typical Amount of Physical Activity</a:t>
            </a:r>
            <a:endParaRPr sz="4200"/>
          </a:p>
          <a:p>
            <a:pPr indent="-723900" lvl="0" marL="914400" rtl="0" algn="l">
              <a:lnSpc>
                <a:spcPct val="100000"/>
              </a:lnSpc>
              <a:spcBef>
                <a:spcPts val="0"/>
              </a:spcBef>
              <a:spcAft>
                <a:spcPts val="0"/>
              </a:spcAft>
              <a:buClr>
                <a:schemeClr val="dk1"/>
              </a:buClr>
              <a:buSzPts val="4200"/>
              <a:buChar char="●"/>
            </a:pPr>
            <a:r>
              <a:rPr lang="en" sz="4200"/>
              <a:t>Number of Daily Steps</a:t>
            </a:r>
            <a:endParaRPr sz="4200"/>
          </a:p>
          <a:p>
            <a:pPr indent="-723900" lvl="0" marL="914400" rtl="0" algn="l">
              <a:lnSpc>
                <a:spcPct val="100000"/>
              </a:lnSpc>
              <a:spcBef>
                <a:spcPts val="0"/>
              </a:spcBef>
              <a:spcAft>
                <a:spcPts val="0"/>
              </a:spcAft>
              <a:buClr>
                <a:schemeClr val="dk1"/>
              </a:buClr>
              <a:buSzPts val="4200"/>
              <a:buChar char="●"/>
            </a:pPr>
            <a:r>
              <a:rPr lang="en" sz="4200"/>
              <a:t>Distribution of Heart Rates</a:t>
            </a:r>
            <a:endParaRPr sz="3000">
              <a:solidFill>
                <a:srgbClr val="2D3D4A"/>
              </a:solidFill>
            </a:endParaRPr>
          </a:p>
          <a:p>
            <a:pPr indent="0" lvl="0" marL="228600" rtl="0" algn="l">
              <a:lnSpc>
                <a:spcPct val="115000"/>
              </a:lnSpc>
              <a:spcBef>
                <a:spcPts val="1400"/>
              </a:spcBef>
              <a:spcAft>
                <a:spcPts val="2000"/>
              </a:spcAft>
              <a:buNone/>
            </a:pPr>
            <a:r>
              <a:t/>
            </a:r>
            <a:endParaRPr sz="30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Dataset Introduction</a:t>
            </a:r>
            <a:endParaRPr sz="6400"/>
          </a:p>
        </p:txBody>
      </p:sp>
      <p:sp>
        <p:nvSpPr>
          <p:cNvPr id="120" name="Google Shape;120;p15"/>
          <p:cNvSpPr txBox="1"/>
          <p:nvPr>
            <p:ph idx="1" type="body"/>
          </p:nvPr>
        </p:nvSpPr>
        <p:spPr>
          <a:xfrm>
            <a:off x="685850" y="1828800"/>
            <a:ext cx="16393800" cy="6629400"/>
          </a:xfrm>
          <a:prstGeom prst="rect">
            <a:avLst/>
          </a:prstGeom>
        </p:spPr>
        <p:txBody>
          <a:bodyPr anchorCtr="0" anchor="t" bIns="0" lIns="0" spcFirstLastPara="1" rIns="0" wrap="square" tIns="0">
            <a:noAutofit/>
          </a:bodyPr>
          <a:lstStyle/>
          <a:p>
            <a:pPr indent="0" lvl="0" marL="0" rtl="0" algn="l">
              <a:spcBef>
                <a:spcPts val="500"/>
              </a:spcBef>
              <a:spcAft>
                <a:spcPts val="0"/>
              </a:spcAft>
              <a:buNone/>
            </a:pPr>
            <a:r>
              <a:t/>
            </a:r>
            <a:endParaRPr>
              <a:highlight>
                <a:srgbClr val="FFFFFF"/>
              </a:highlight>
              <a:latin typeface="Arial"/>
              <a:ea typeface="Arial"/>
              <a:cs typeface="Arial"/>
              <a:sym typeface="Arial"/>
            </a:endParaRPr>
          </a:p>
          <a:p>
            <a:pPr indent="0" lvl="0" marL="0" rtl="0" algn="l">
              <a:spcBef>
                <a:spcPts val="1100"/>
              </a:spcBef>
              <a:spcAft>
                <a:spcPts val="0"/>
              </a:spcAft>
              <a:buNone/>
            </a:pPr>
            <a:r>
              <a:rPr lang="en">
                <a:highlight>
                  <a:srgbClr val="FFFFFF"/>
                </a:highlight>
                <a:latin typeface="Arial"/>
                <a:ea typeface="Arial"/>
                <a:cs typeface="Arial"/>
                <a:sym typeface="Arial"/>
              </a:rPr>
              <a:t>The Sleep Health and Lifestyle Dataset comprises 400 rows and 13 columns, covering a wide range of variables related to sleep and daily habits. </a:t>
            </a:r>
            <a:endParaRPr>
              <a:highlight>
                <a:srgbClr val="FFFFFF"/>
              </a:highlight>
              <a:latin typeface="Arial"/>
              <a:ea typeface="Arial"/>
              <a:cs typeface="Arial"/>
              <a:sym typeface="Arial"/>
            </a:endParaRPr>
          </a:p>
          <a:p>
            <a:pPr indent="0" lvl="0" marL="0" rtl="0" algn="l">
              <a:spcBef>
                <a:spcPts val="1100"/>
              </a:spcBef>
              <a:spcAft>
                <a:spcPts val="0"/>
              </a:spcAft>
              <a:buNone/>
            </a:pPr>
            <a:r>
              <a:t/>
            </a:r>
            <a:endParaRPr>
              <a:highlight>
                <a:srgbClr val="FFFFFF"/>
              </a:highlight>
              <a:latin typeface="Arial"/>
              <a:ea typeface="Arial"/>
              <a:cs typeface="Arial"/>
              <a:sym typeface="Arial"/>
            </a:endParaRPr>
          </a:p>
          <a:p>
            <a:pPr indent="0" lvl="0" marL="0" rtl="0" algn="l">
              <a:spcBef>
                <a:spcPts val="1100"/>
              </a:spcBef>
              <a:spcAft>
                <a:spcPts val="0"/>
              </a:spcAft>
              <a:buNone/>
            </a:pPr>
            <a:r>
              <a:rPr lang="en">
                <a:highlight>
                  <a:srgbClr val="FFFFFF"/>
                </a:highlight>
                <a:latin typeface="Arial"/>
                <a:ea typeface="Arial"/>
                <a:cs typeface="Arial"/>
                <a:sym typeface="Arial"/>
              </a:rPr>
              <a:t>It includes details such as gender, age, occupation, sleep duration, quality of sleep, physical activity level, stress levels, BMI category, blood pressure, heart rate, daily steps, and the presence or absence of sleep disorders</a:t>
            </a:r>
            <a:r>
              <a:rPr lang="en">
                <a:latin typeface="Arial"/>
                <a:ea typeface="Arial"/>
                <a:cs typeface="Arial"/>
                <a:sym typeface="Arial"/>
              </a:rPr>
              <a:t> </a:t>
            </a:r>
            <a:endParaRPr/>
          </a:p>
          <a:p>
            <a:pPr indent="0" lvl="0" marL="228600" rtl="0" algn="l">
              <a:lnSpc>
                <a:spcPct val="115000"/>
              </a:lnSpc>
              <a:spcBef>
                <a:spcPts val="1400"/>
              </a:spcBef>
              <a:spcAft>
                <a:spcPts val="2000"/>
              </a:spcAft>
              <a:buNone/>
            </a:pPr>
            <a:r>
              <a:t/>
            </a:r>
            <a:endParaRPr sz="30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Data Description</a:t>
            </a:r>
            <a:endParaRPr sz="6400"/>
          </a:p>
        </p:txBody>
      </p:sp>
      <p:sp>
        <p:nvSpPr>
          <p:cNvPr id="126" name="Google Shape;126;p16"/>
          <p:cNvSpPr txBox="1"/>
          <p:nvPr>
            <p:ph idx="1" type="body"/>
          </p:nvPr>
        </p:nvSpPr>
        <p:spPr>
          <a:xfrm>
            <a:off x="685850" y="1828800"/>
            <a:ext cx="16393800" cy="6629400"/>
          </a:xfrm>
          <a:prstGeom prst="rect">
            <a:avLst/>
          </a:prstGeom>
        </p:spPr>
        <p:txBody>
          <a:bodyPr anchorCtr="0" anchor="t" bIns="0" lIns="0" spcFirstLastPara="1" rIns="0" wrap="square" tIns="0">
            <a:noAutofit/>
          </a:bodyPr>
          <a:lstStyle/>
          <a:p>
            <a:pPr indent="0" lvl="0" marL="914400" rtl="0" algn="l">
              <a:spcBef>
                <a:spcPts val="0"/>
              </a:spcBef>
              <a:spcAft>
                <a:spcPts val="0"/>
              </a:spcAft>
              <a:buNone/>
            </a:pPr>
            <a:r>
              <a:t/>
            </a:r>
            <a:endParaRPr>
              <a:solidFill>
                <a:srgbClr val="0B0B0B"/>
              </a:solidFill>
              <a:highlight>
                <a:srgbClr val="FFFFFF"/>
              </a:highlight>
              <a:latin typeface="Arial"/>
              <a:ea typeface="Arial"/>
              <a:cs typeface="Arial"/>
              <a:sym typeface="Arial"/>
            </a:endParaRPr>
          </a:p>
          <a:p>
            <a:pPr indent="-685800" lvl="0" marL="914400" rtl="0" algn="l">
              <a:spcBef>
                <a:spcPts val="110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Sleep duration is an example of a continuous variable in the dataset.</a:t>
            </a:r>
            <a:endParaRPr>
              <a:solidFill>
                <a:srgbClr val="0B0B0B"/>
              </a:solidFill>
              <a:highlight>
                <a:srgbClr val="FFFFFF"/>
              </a:highlight>
              <a:latin typeface="Arial"/>
              <a:ea typeface="Arial"/>
              <a:cs typeface="Arial"/>
              <a:sym typeface="Arial"/>
            </a:endParaRPr>
          </a:p>
          <a:p>
            <a:pPr indent="-685800" lvl="0" marL="914400" rtl="0" algn="l">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Daily Steps is an example of an integer variable in the dataset.</a:t>
            </a:r>
            <a:endParaRPr>
              <a:solidFill>
                <a:srgbClr val="0B0B0B"/>
              </a:solidFill>
              <a:highlight>
                <a:srgbClr val="FFFFFF"/>
              </a:highlight>
              <a:latin typeface="Arial"/>
              <a:ea typeface="Arial"/>
              <a:cs typeface="Arial"/>
              <a:sym typeface="Arial"/>
            </a:endParaRPr>
          </a:p>
          <a:p>
            <a:pPr indent="-685800" lvl="0" marL="914400" rtl="0" algn="l">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BMI category is an example of an ordinal categorical variable in the dataset.</a:t>
            </a:r>
            <a:endParaRPr>
              <a:solidFill>
                <a:srgbClr val="0B0B0B"/>
              </a:solidFill>
              <a:highlight>
                <a:srgbClr val="FFFFFF"/>
              </a:highlight>
              <a:latin typeface="Arial"/>
              <a:ea typeface="Arial"/>
              <a:cs typeface="Arial"/>
              <a:sym typeface="Arial"/>
            </a:endParaRPr>
          </a:p>
          <a:p>
            <a:pPr indent="-685800" lvl="0" marL="914400" rtl="0" algn="l">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Occupation is an example of a nominal categorical variable in the dataset.</a:t>
            </a:r>
            <a:endParaRPr>
              <a:solidFill>
                <a:srgbClr val="2D3D4A"/>
              </a:solidFill>
            </a:endParaRPr>
          </a:p>
          <a:p>
            <a:pPr indent="0" lvl="0" marL="228600" rtl="0" algn="l">
              <a:lnSpc>
                <a:spcPct val="115000"/>
              </a:lnSpc>
              <a:spcBef>
                <a:spcPts val="1400"/>
              </a:spcBef>
              <a:spcAft>
                <a:spcPts val="2000"/>
              </a:spcAft>
              <a:buNone/>
            </a:pPr>
            <a:r>
              <a:t/>
            </a:r>
            <a:endParaRPr sz="30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Typical Amount (Minutes) of Physical Activity</a:t>
            </a:r>
            <a:endParaRPr sz="6400"/>
          </a:p>
        </p:txBody>
      </p:sp>
      <p:sp>
        <p:nvSpPr>
          <p:cNvPr id="132" name="Google Shape;132;p17"/>
          <p:cNvSpPr txBox="1"/>
          <p:nvPr>
            <p:ph idx="1" type="body"/>
          </p:nvPr>
        </p:nvSpPr>
        <p:spPr>
          <a:xfrm>
            <a:off x="685850" y="1828800"/>
            <a:ext cx="16393800" cy="66294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a:solidFill>
                <a:srgbClr val="0B0B0B"/>
              </a:solidFill>
              <a:highlight>
                <a:srgbClr val="FFFFFF"/>
              </a:highlight>
              <a:latin typeface="Arial"/>
              <a:ea typeface="Arial"/>
              <a:cs typeface="Arial"/>
              <a:sym typeface="Arial"/>
            </a:endParaRPr>
          </a:p>
          <a:p>
            <a:pPr indent="0" lvl="0" marL="0" rtl="0" algn="l">
              <a:lnSpc>
                <a:spcPct val="150000"/>
              </a:lnSpc>
              <a:spcBef>
                <a:spcPts val="1100"/>
              </a:spcBef>
              <a:spcAft>
                <a:spcPts val="0"/>
              </a:spcAft>
              <a:buNone/>
            </a:pPr>
            <a:r>
              <a:rPr lang="en">
                <a:solidFill>
                  <a:srgbClr val="0B0B0B"/>
                </a:solidFill>
                <a:highlight>
                  <a:srgbClr val="FFFFFF"/>
                </a:highlight>
                <a:latin typeface="Arial"/>
                <a:ea typeface="Arial"/>
                <a:cs typeface="Arial"/>
                <a:sym typeface="Arial"/>
              </a:rPr>
              <a:t> Measures of center:</a:t>
            </a:r>
            <a:endParaRPr>
              <a:solidFill>
                <a:srgbClr val="0B0B0B"/>
              </a:solidFill>
              <a:highlight>
                <a:srgbClr val="FFFFFF"/>
              </a:highlight>
              <a:latin typeface="Arial"/>
              <a:ea typeface="Arial"/>
              <a:cs typeface="Arial"/>
              <a:sym typeface="Arial"/>
            </a:endParaRPr>
          </a:p>
          <a:p>
            <a:pPr indent="-457200" lvl="0" marL="914400" rtl="0" algn="l">
              <a:lnSpc>
                <a:spcPct val="150000"/>
              </a:lnSpc>
              <a:spcBef>
                <a:spcPts val="110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a:t>
            </a:r>
            <a:r>
              <a:rPr lang="en">
                <a:solidFill>
                  <a:srgbClr val="0B0B0B"/>
                </a:solidFill>
                <a:highlight>
                  <a:srgbClr val="FFFFFF"/>
                </a:highlight>
                <a:latin typeface="Arial"/>
                <a:ea typeface="Arial"/>
                <a:cs typeface="Arial"/>
                <a:sym typeface="Arial"/>
              </a:rPr>
              <a:t>ean: 59.2</a:t>
            </a:r>
            <a:endParaRPr>
              <a:solidFill>
                <a:srgbClr val="0B0B0B"/>
              </a:solidFill>
              <a:highlight>
                <a:srgbClr val="FFFFFF"/>
              </a:highlight>
              <a:latin typeface="Arial"/>
              <a:ea typeface="Arial"/>
              <a:cs typeface="Arial"/>
              <a:sym typeface="Arial"/>
            </a:endParaRPr>
          </a:p>
          <a:p>
            <a:pPr indent="-4572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Median: 60</a:t>
            </a:r>
            <a:endParaRPr>
              <a:solidFill>
                <a:srgbClr val="0B0B0B"/>
              </a:solidFill>
              <a:highlight>
                <a:srgbClr val="FFFFFF"/>
              </a:highlight>
              <a:latin typeface="Arial"/>
              <a:ea typeface="Arial"/>
              <a:cs typeface="Arial"/>
              <a:sym typeface="Arial"/>
            </a:endParaRPr>
          </a:p>
          <a:p>
            <a:pPr indent="-4572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Mode: 60</a:t>
            </a:r>
            <a:endParaRPr>
              <a:solidFill>
                <a:srgbClr val="0B0B0B"/>
              </a:solidFill>
              <a:highlight>
                <a:srgbClr val="FFFFFF"/>
              </a:highlight>
              <a:latin typeface="Arial"/>
              <a:ea typeface="Arial"/>
              <a:cs typeface="Arial"/>
              <a:sym typeface="Arial"/>
            </a:endParaRPr>
          </a:p>
          <a:p>
            <a:pPr indent="0" lvl="0" marL="0" rtl="0" algn="l">
              <a:lnSpc>
                <a:spcPct val="150000"/>
              </a:lnSpc>
              <a:spcBef>
                <a:spcPts val="1100"/>
              </a:spcBef>
              <a:spcAft>
                <a:spcPts val="0"/>
              </a:spcAft>
              <a:buNone/>
            </a:pPr>
            <a:r>
              <a:rPr lang="en">
                <a:solidFill>
                  <a:srgbClr val="0B0B0B"/>
                </a:solidFill>
                <a:highlight>
                  <a:srgbClr val="FFFFFF"/>
                </a:highlight>
                <a:latin typeface="Arial"/>
                <a:ea typeface="Arial"/>
                <a:cs typeface="Arial"/>
                <a:sym typeface="Arial"/>
              </a:rPr>
              <a:t> The mean, median and mode are almost identical, suggesting a close to normal distribution, slightly left skewed (mean &lt; median)</a:t>
            </a:r>
            <a:endParaRPr>
              <a:solidFill>
                <a:srgbClr val="0B0B0B"/>
              </a:solidFill>
              <a:highlight>
                <a:srgbClr val="FFFFFF"/>
              </a:highlight>
              <a:latin typeface="Arial"/>
              <a:ea typeface="Arial"/>
              <a:cs typeface="Arial"/>
              <a:sym typeface="Arial"/>
            </a:endParaRPr>
          </a:p>
          <a:p>
            <a:pPr indent="0" lvl="0" marL="228600" rtl="0" algn="l">
              <a:lnSpc>
                <a:spcPct val="115000"/>
              </a:lnSpc>
              <a:spcBef>
                <a:spcPts val="1400"/>
              </a:spcBef>
              <a:spcAft>
                <a:spcPts val="2000"/>
              </a:spcAft>
              <a:buNone/>
            </a:pPr>
            <a:r>
              <a:t/>
            </a:r>
            <a:endParaRPr sz="30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Analysis of Daily Steps Taken</a:t>
            </a:r>
            <a:endParaRPr sz="6400"/>
          </a:p>
        </p:txBody>
      </p:sp>
      <p:sp>
        <p:nvSpPr>
          <p:cNvPr id="138" name="Google Shape;138;p18"/>
          <p:cNvSpPr txBox="1"/>
          <p:nvPr>
            <p:ph idx="1" type="body"/>
          </p:nvPr>
        </p:nvSpPr>
        <p:spPr>
          <a:xfrm>
            <a:off x="192375" y="2809350"/>
            <a:ext cx="7057800" cy="3719700"/>
          </a:xfrm>
          <a:prstGeom prst="rect">
            <a:avLst/>
          </a:prstGeom>
        </p:spPr>
        <p:txBody>
          <a:bodyPr anchorCtr="0" anchor="t" bIns="0" lIns="0" spcFirstLastPara="1" rIns="0" wrap="square" tIns="0">
            <a:noAutofit/>
          </a:bodyPr>
          <a:lstStyle/>
          <a:p>
            <a:pPr indent="-685800" lvl="0" marL="914400" rtl="0" algn="l">
              <a:lnSpc>
                <a:spcPct val="150000"/>
              </a:lnSpc>
              <a:spcBef>
                <a:spcPts val="0"/>
              </a:spcBef>
              <a:spcAft>
                <a:spcPts val="0"/>
              </a:spcAft>
              <a:buClr>
                <a:schemeClr val="dk1"/>
              </a:buClr>
              <a:buSzPts val="3600"/>
              <a:buChar char="●"/>
            </a:pPr>
            <a:r>
              <a:rPr lang="en">
                <a:solidFill>
                  <a:srgbClr val="0B0B0B"/>
                </a:solidFill>
                <a:highlight>
                  <a:srgbClr val="FFFFFF"/>
                </a:highlight>
                <a:latin typeface="Arial"/>
                <a:ea typeface="Arial"/>
                <a:cs typeface="Arial"/>
                <a:sym typeface="Arial"/>
              </a:rPr>
              <a:t>S</a:t>
            </a:r>
            <a:r>
              <a:rPr lang="en">
                <a:solidFill>
                  <a:srgbClr val="0B0B0B"/>
                </a:solidFill>
                <a:highlight>
                  <a:srgbClr val="FFFFFF"/>
                </a:highlight>
                <a:latin typeface="Arial"/>
                <a:ea typeface="Arial"/>
                <a:cs typeface="Arial"/>
                <a:sym typeface="Arial"/>
              </a:rPr>
              <a:t>tandard deviation: 1617.1</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Maximum: 10000</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Minimum: 3000</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Range: 7000</a:t>
            </a:r>
            <a:endParaRPr>
              <a:solidFill>
                <a:srgbClr val="0B0B0B"/>
              </a:solidFill>
              <a:highlight>
                <a:srgbClr val="FFFFFF"/>
              </a:highlight>
              <a:latin typeface="Arial"/>
              <a:ea typeface="Arial"/>
              <a:cs typeface="Arial"/>
              <a:sym typeface="Arial"/>
            </a:endParaRPr>
          </a:p>
          <a:p>
            <a:pPr indent="0" lvl="0" marL="228600" rtl="0" algn="l">
              <a:lnSpc>
                <a:spcPct val="115000"/>
              </a:lnSpc>
              <a:spcBef>
                <a:spcPts val="1400"/>
              </a:spcBef>
              <a:spcAft>
                <a:spcPts val="2000"/>
              </a:spcAft>
              <a:buNone/>
            </a:pPr>
            <a:r>
              <a:t/>
            </a:r>
            <a:endParaRPr sz="3000">
              <a:solidFill>
                <a:srgbClr val="000000"/>
              </a:solidFill>
            </a:endParaRPr>
          </a:p>
        </p:txBody>
      </p:sp>
      <p:sp>
        <p:nvSpPr>
          <p:cNvPr id="139" name="Google Shape;139;p18"/>
          <p:cNvSpPr txBox="1"/>
          <p:nvPr>
            <p:ph idx="1" type="body"/>
          </p:nvPr>
        </p:nvSpPr>
        <p:spPr>
          <a:xfrm>
            <a:off x="7250175" y="2809200"/>
            <a:ext cx="4645200" cy="37197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solidFill>
                  <a:srgbClr val="0B0B0B"/>
                </a:solidFill>
                <a:highlight>
                  <a:srgbClr val="FFFFFF"/>
                </a:highlight>
                <a:latin typeface="Arial"/>
                <a:ea typeface="Arial"/>
                <a:cs typeface="Arial"/>
                <a:sym typeface="Arial"/>
              </a:rPr>
              <a:t>Measures of spread:</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110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Q1: 5600</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Median: 7000</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Q3: 8000</a:t>
            </a:r>
            <a:endParaRPr>
              <a:solidFill>
                <a:srgbClr val="0B0B0B"/>
              </a:solidFill>
              <a:highlight>
                <a:srgbClr val="FFFFFF"/>
              </a:highlight>
              <a:latin typeface="Arial"/>
              <a:ea typeface="Arial"/>
              <a:cs typeface="Arial"/>
              <a:sym typeface="Arial"/>
            </a:endParaRPr>
          </a:p>
          <a:p>
            <a:pPr indent="0" lvl="0" marL="228600" rtl="0" algn="l">
              <a:lnSpc>
                <a:spcPct val="115000"/>
              </a:lnSpc>
              <a:spcBef>
                <a:spcPts val="1400"/>
              </a:spcBef>
              <a:spcAft>
                <a:spcPts val="2000"/>
              </a:spcAft>
              <a:buNone/>
            </a:pPr>
            <a:r>
              <a:t/>
            </a:r>
            <a:endParaRPr sz="3000">
              <a:solidFill>
                <a:srgbClr val="000000"/>
              </a:solidFill>
            </a:endParaRPr>
          </a:p>
        </p:txBody>
      </p:sp>
      <p:sp>
        <p:nvSpPr>
          <p:cNvPr id="140" name="Google Shape;140;p18"/>
          <p:cNvSpPr txBox="1"/>
          <p:nvPr>
            <p:ph idx="1" type="body"/>
          </p:nvPr>
        </p:nvSpPr>
        <p:spPr>
          <a:xfrm>
            <a:off x="12579925" y="2809200"/>
            <a:ext cx="5488800" cy="37197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solidFill>
                  <a:srgbClr val="0B0B0B"/>
                </a:solidFill>
                <a:highlight>
                  <a:srgbClr val="FFFFFF"/>
                </a:highlight>
                <a:latin typeface="Arial"/>
                <a:ea typeface="Arial"/>
                <a:cs typeface="Arial"/>
                <a:sym typeface="Arial"/>
              </a:rPr>
              <a:t>Measures of center:</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110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Mean: 6816.8</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Median: 7000</a:t>
            </a:r>
            <a:endParaRPr>
              <a:solidFill>
                <a:srgbClr val="0B0B0B"/>
              </a:solidFill>
              <a:highlight>
                <a:srgbClr val="FFFFFF"/>
              </a:highlight>
              <a:latin typeface="Arial"/>
              <a:ea typeface="Arial"/>
              <a:cs typeface="Arial"/>
              <a:sym typeface="Arial"/>
            </a:endParaRPr>
          </a:p>
          <a:p>
            <a:pPr indent="-685800" lvl="0" marL="914400" rtl="0" algn="l">
              <a:lnSpc>
                <a:spcPct val="150000"/>
              </a:lnSpc>
              <a:spcBef>
                <a:spcPts val="0"/>
              </a:spcBef>
              <a:spcAft>
                <a:spcPts val="0"/>
              </a:spcAft>
              <a:buClr>
                <a:srgbClr val="0B0B0B"/>
              </a:buClr>
              <a:buSzPts val="3600"/>
              <a:buFont typeface="Arial"/>
              <a:buChar char="●"/>
            </a:pPr>
            <a:r>
              <a:rPr lang="en">
                <a:solidFill>
                  <a:srgbClr val="0B0B0B"/>
                </a:solidFill>
                <a:highlight>
                  <a:srgbClr val="FFFFFF"/>
                </a:highlight>
                <a:latin typeface="Arial"/>
                <a:ea typeface="Arial"/>
                <a:cs typeface="Arial"/>
                <a:sym typeface="Arial"/>
              </a:rPr>
              <a:t>Mode: 8000</a:t>
            </a:r>
            <a:endParaRPr>
              <a:solidFill>
                <a:srgbClr val="0B0B0B"/>
              </a:solidFill>
              <a:highlight>
                <a:srgbClr val="FFFFFF"/>
              </a:highlight>
              <a:latin typeface="Arial"/>
              <a:ea typeface="Arial"/>
              <a:cs typeface="Arial"/>
              <a:sym typeface="Arial"/>
            </a:endParaRPr>
          </a:p>
          <a:p>
            <a:pPr indent="0" lvl="0" marL="228600" rtl="0" algn="l">
              <a:lnSpc>
                <a:spcPct val="115000"/>
              </a:lnSpc>
              <a:spcBef>
                <a:spcPts val="1400"/>
              </a:spcBef>
              <a:spcAft>
                <a:spcPts val="2000"/>
              </a:spcAft>
              <a:buNone/>
            </a:pPr>
            <a:r>
              <a:t/>
            </a:r>
            <a:endParaRPr sz="3000">
              <a:solidFill>
                <a:srgbClr val="000000"/>
              </a:solidFill>
            </a:endParaRPr>
          </a:p>
        </p:txBody>
      </p:sp>
      <p:sp>
        <p:nvSpPr>
          <p:cNvPr id="141" name="Google Shape;141;p18"/>
          <p:cNvSpPr txBox="1"/>
          <p:nvPr>
            <p:ph idx="1" type="body"/>
          </p:nvPr>
        </p:nvSpPr>
        <p:spPr>
          <a:xfrm>
            <a:off x="50" y="7364125"/>
            <a:ext cx="18288000" cy="1094100"/>
          </a:xfrm>
          <a:prstGeom prst="rect">
            <a:avLst/>
          </a:prstGeom>
        </p:spPr>
        <p:txBody>
          <a:bodyPr anchorCtr="0" anchor="t" bIns="0" lIns="0" spcFirstLastPara="1" rIns="0" wrap="square" tIns="0">
            <a:noAutofit/>
          </a:bodyPr>
          <a:lstStyle/>
          <a:p>
            <a:pPr indent="0" lvl="0" marL="0" rtl="0" algn="ctr">
              <a:lnSpc>
                <a:spcPct val="150000"/>
              </a:lnSpc>
              <a:spcBef>
                <a:spcPts val="0"/>
              </a:spcBef>
              <a:spcAft>
                <a:spcPts val="1100"/>
              </a:spcAft>
              <a:buNone/>
            </a:pPr>
            <a:r>
              <a:rPr lang="en">
                <a:solidFill>
                  <a:srgbClr val="000000"/>
                </a:solidFill>
                <a:latin typeface="Arial"/>
                <a:ea typeface="Arial"/>
                <a:cs typeface="Arial"/>
                <a:sym typeface="Arial"/>
              </a:rPr>
              <a:t>With the mean &lt; median &lt; mode, we can conclude the distribution is left </a:t>
            </a:r>
            <a:r>
              <a:rPr lang="en">
                <a:highlight>
                  <a:schemeClr val="lt1"/>
                </a:highlight>
                <a:latin typeface="Arial"/>
                <a:ea typeface="Arial"/>
                <a:cs typeface="Arial"/>
                <a:sym typeface="Arial"/>
              </a:rPr>
              <a:t>skewed </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685800" y="307965"/>
            <a:ext cx="16916400" cy="150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6400"/>
              <a:t>Distribution of Heart Rates</a:t>
            </a:r>
            <a:endParaRPr sz="6400"/>
          </a:p>
        </p:txBody>
      </p:sp>
      <p:sp>
        <p:nvSpPr>
          <p:cNvPr id="147" name="Google Shape;147;p19"/>
          <p:cNvSpPr txBox="1"/>
          <p:nvPr>
            <p:ph idx="1" type="body"/>
          </p:nvPr>
        </p:nvSpPr>
        <p:spPr>
          <a:xfrm>
            <a:off x="685850" y="1828800"/>
            <a:ext cx="16393800" cy="7223700"/>
          </a:xfrm>
          <a:prstGeom prst="rect">
            <a:avLst/>
          </a:prstGeom>
        </p:spPr>
        <p:txBody>
          <a:bodyPr anchorCtr="0" anchor="t" bIns="0" lIns="0" spcFirstLastPara="1" rIns="0" wrap="square" tIns="0">
            <a:noAutofit/>
          </a:bodyPr>
          <a:lstStyle/>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0" lvl="0" marL="914400" rtl="0" algn="l">
              <a:lnSpc>
                <a:spcPct val="100000"/>
              </a:lnSpc>
              <a:spcBef>
                <a:spcPts val="1400"/>
              </a:spcBef>
              <a:spcAft>
                <a:spcPts val="0"/>
              </a:spcAft>
              <a:buNone/>
            </a:pPr>
            <a:r>
              <a:t/>
            </a:r>
            <a:endParaRPr>
              <a:solidFill>
                <a:srgbClr val="2D3D4A"/>
              </a:solidFill>
            </a:endParaRPr>
          </a:p>
          <a:p>
            <a:pPr indent="-685800" lvl="0" marL="914400" rtl="0" algn="l">
              <a:lnSpc>
                <a:spcPct val="100000"/>
              </a:lnSpc>
              <a:spcBef>
                <a:spcPts val="1400"/>
              </a:spcBef>
              <a:spcAft>
                <a:spcPts val="0"/>
              </a:spcAft>
              <a:buClr>
                <a:schemeClr val="dk1"/>
              </a:buClr>
              <a:buSzPts val="3600"/>
              <a:buChar char="●"/>
            </a:pPr>
            <a:r>
              <a:rPr lang="en">
                <a:latin typeface="Arial"/>
                <a:ea typeface="Arial"/>
                <a:cs typeface="Arial"/>
                <a:sym typeface="Arial"/>
              </a:rPr>
              <a:t>The heart rate distribution is right </a:t>
            </a:r>
            <a:r>
              <a:rPr lang="en">
                <a:highlight>
                  <a:schemeClr val="lt1"/>
                </a:highlight>
                <a:latin typeface="Arial"/>
                <a:ea typeface="Arial"/>
                <a:cs typeface="Arial"/>
                <a:sym typeface="Arial"/>
              </a:rPr>
              <a:t>skewed </a:t>
            </a:r>
            <a:r>
              <a:rPr lang="en">
                <a:latin typeface="Arial"/>
                <a:ea typeface="Arial"/>
                <a:cs typeface="Arial"/>
                <a:sym typeface="Arial"/>
              </a:rPr>
              <a:t>.</a:t>
            </a:r>
            <a:endParaRPr>
              <a:latin typeface="Arial"/>
              <a:ea typeface="Arial"/>
              <a:cs typeface="Arial"/>
              <a:sym typeface="Arial"/>
            </a:endParaRPr>
          </a:p>
          <a:p>
            <a:pPr indent="-685800" lvl="0" marL="914400" rtl="0" algn="l">
              <a:lnSpc>
                <a:spcPct val="100000"/>
              </a:lnSpc>
              <a:spcBef>
                <a:spcPts val="0"/>
              </a:spcBef>
              <a:spcAft>
                <a:spcPts val="0"/>
              </a:spcAft>
              <a:buClr>
                <a:schemeClr val="dk1"/>
              </a:buClr>
              <a:buSzPts val="3600"/>
              <a:buFont typeface="Arial"/>
              <a:buChar char="●"/>
            </a:pPr>
            <a:r>
              <a:rPr lang="en">
                <a:latin typeface="Arial"/>
                <a:ea typeface="Arial"/>
                <a:cs typeface="Arial"/>
                <a:sym typeface="Arial"/>
              </a:rPr>
              <a:t>We do not see any outliers</a:t>
            </a:r>
            <a:endParaRPr>
              <a:latin typeface="Arial"/>
              <a:ea typeface="Arial"/>
              <a:cs typeface="Arial"/>
              <a:sym typeface="Arial"/>
            </a:endParaRPr>
          </a:p>
          <a:p>
            <a:pPr indent="0" lvl="0" marL="0" rtl="0" algn="l">
              <a:lnSpc>
                <a:spcPct val="150000"/>
              </a:lnSpc>
              <a:spcBef>
                <a:spcPts val="0"/>
              </a:spcBef>
              <a:spcAft>
                <a:spcPts val="1100"/>
              </a:spcAft>
              <a:buNone/>
            </a:pPr>
            <a:r>
              <a:t/>
            </a:r>
            <a:endParaRPr sz="3000">
              <a:solidFill>
                <a:srgbClr val="000000"/>
              </a:solidFill>
            </a:endParaRPr>
          </a:p>
        </p:txBody>
      </p:sp>
      <p:pic>
        <p:nvPicPr>
          <p:cNvPr id="148" name="Google Shape;148;p19" title="Graphique"/>
          <p:cNvPicPr preferRelativeResize="0"/>
          <p:nvPr/>
        </p:nvPicPr>
        <p:blipFill>
          <a:blip r:embed="rId3">
            <a:alphaModFix/>
          </a:blip>
          <a:stretch>
            <a:fillRect/>
          </a:stretch>
        </p:blipFill>
        <p:spPr>
          <a:xfrm>
            <a:off x="4133075" y="1980569"/>
            <a:ext cx="8572500" cy="53006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dacity 2024 Student Template">
  <a:themeElements>
    <a:clrScheme name="Simple Light">
      <a:dk1>
        <a:srgbClr val="0B0B0B"/>
      </a:dk1>
      <a:lt1>
        <a:srgbClr val="FFFFFF"/>
      </a:lt1>
      <a:dk2>
        <a:srgbClr val="171A53"/>
      </a:dk2>
      <a:lt2>
        <a:srgbClr val="F6F6F6"/>
      </a:lt2>
      <a:accent1>
        <a:srgbClr val="2015FF"/>
      </a:accent1>
      <a:accent2>
        <a:srgbClr val="00C5A1"/>
      </a:accent2>
      <a:accent3>
        <a:srgbClr val="DBE2E8"/>
      </a:accent3>
      <a:accent4>
        <a:srgbClr val="BDEA09"/>
      </a:accent4>
      <a:accent5>
        <a:srgbClr val="6597FF"/>
      </a:accent5>
      <a:accent6>
        <a:srgbClr val="B181FF"/>
      </a:accent6>
      <a:hlink>
        <a:srgbClr val="2015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